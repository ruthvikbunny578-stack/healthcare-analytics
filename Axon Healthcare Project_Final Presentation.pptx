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1"/>
  </p:sldMasterIdLst>
  <p:notesMasterIdLst>
    <p:notesMasterId r:id="rId16"/>
  </p:notesMasterIdLst>
  <p:sldIdLst>
    <p:sldId id="256" r:id="rId2"/>
    <p:sldId id="257" r:id="rId3"/>
    <p:sldId id="260" r:id="rId4"/>
    <p:sldId id="269" r:id="rId5"/>
    <p:sldId id="259" r:id="rId6"/>
    <p:sldId id="261" r:id="rId7"/>
    <p:sldId id="262" r:id="rId8"/>
    <p:sldId id="263" r:id="rId9"/>
    <p:sldId id="264" r:id="rId10"/>
    <p:sldId id="267" r:id="rId11"/>
    <p:sldId id="266" r:id="rId12"/>
    <p:sldId id="265" r:id="rId13"/>
    <p:sldId id="268" r:id="rId14"/>
    <p:sldId id="27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C94818-DE9E-4063-878B-C0E971AAEBAF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72700A1-2ED8-4B7F-B2EB-50D082E4D2CC}">
      <dgm:prSet/>
      <dgm:spPr/>
      <dgm:t>
        <a:bodyPr/>
        <a:lstStyle/>
        <a:p>
          <a:r>
            <a:rPr lang="en-US" b="1" dirty="0"/>
            <a:t>GROUP DETAILS </a:t>
          </a:r>
          <a:endParaRPr lang="en-US" dirty="0"/>
        </a:p>
      </dgm:t>
    </dgm:pt>
    <dgm:pt modelId="{354C2319-4181-4AAE-B870-DC7F7B7065F9}" type="parTrans" cxnId="{5B8F680F-9B25-45D4-BC23-15326FC66F00}">
      <dgm:prSet/>
      <dgm:spPr/>
      <dgm:t>
        <a:bodyPr/>
        <a:lstStyle/>
        <a:p>
          <a:endParaRPr lang="en-US"/>
        </a:p>
      </dgm:t>
    </dgm:pt>
    <dgm:pt modelId="{8831750D-0142-4FBC-BA48-97074E7B77AB}" type="sibTrans" cxnId="{5B8F680F-9B25-45D4-BC23-15326FC66F00}">
      <dgm:prSet/>
      <dgm:spPr/>
      <dgm:t>
        <a:bodyPr/>
        <a:lstStyle/>
        <a:p>
          <a:endParaRPr lang="en-US" dirty="0"/>
        </a:p>
      </dgm:t>
    </dgm:pt>
    <dgm:pt modelId="{FBCA7BF7-0C8F-46E9-87C7-3659786C85F3}">
      <dgm:prSet/>
      <dgm:spPr/>
      <dgm:t>
        <a:bodyPr/>
        <a:lstStyle/>
        <a:p>
          <a:r>
            <a:rPr lang="en-US" b="1" dirty="0"/>
            <a:t>SUMMARY OF THE PROJECT</a:t>
          </a:r>
          <a:endParaRPr lang="en-US" dirty="0"/>
        </a:p>
      </dgm:t>
    </dgm:pt>
    <dgm:pt modelId="{2E3C6FF0-459B-4374-AD99-6FA944A1994C}" type="parTrans" cxnId="{BFE6BB29-38DE-4D66-94AC-594508A8E966}">
      <dgm:prSet/>
      <dgm:spPr/>
      <dgm:t>
        <a:bodyPr/>
        <a:lstStyle/>
        <a:p>
          <a:endParaRPr lang="en-US"/>
        </a:p>
      </dgm:t>
    </dgm:pt>
    <dgm:pt modelId="{CB6B094F-2CB6-4EE1-B92D-E420256D2609}" type="sibTrans" cxnId="{BFE6BB29-38DE-4D66-94AC-594508A8E966}">
      <dgm:prSet/>
      <dgm:spPr/>
      <dgm:t>
        <a:bodyPr/>
        <a:lstStyle/>
        <a:p>
          <a:endParaRPr lang="en-US" dirty="0"/>
        </a:p>
      </dgm:t>
    </dgm:pt>
    <dgm:pt modelId="{2FE9EF89-900E-4255-B132-C9152315A80C}">
      <dgm:prSet/>
      <dgm:spPr/>
      <dgm:t>
        <a:bodyPr/>
        <a:lstStyle/>
        <a:p>
          <a:r>
            <a:rPr lang="en-US" b="1" dirty="0"/>
            <a:t>KPI LIST </a:t>
          </a:r>
          <a:endParaRPr lang="en-US" dirty="0"/>
        </a:p>
      </dgm:t>
    </dgm:pt>
    <dgm:pt modelId="{4F5A6935-DB10-46F4-8C9C-5398F598E376}" type="parTrans" cxnId="{4E59C899-0B6B-48EB-978C-652A4F2C1A25}">
      <dgm:prSet/>
      <dgm:spPr/>
      <dgm:t>
        <a:bodyPr/>
        <a:lstStyle/>
        <a:p>
          <a:endParaRPr lang="en-US"/>
        </a:p>
      </dgm:t>
    </dgm:pt>
    <dgm:pt modelId="{E8300934-FDEF-4795-8A29-8BB40D1ADE35}" type="sibTrans" cxnId="{4E59C899-0B6B-48EB-978C-652A4F2C1A25}">
      <dgm:prSet/>
      <dgm:spPr/>
      <dgm:t>
        <a:bodyPr/>
        <a:lstStyle/>
        <a:p>
          <a:endParaRPr lang="en-US" dirty="0"/>
        </a:p>
      </dgm:t>
    </dgm:pt>
    <dgm:pt modelId="{979D6DC6-27CD-44CF-804E-25D855DB472E}">
      <dgm:prSet/>
      <dgm:spPr/>
      <dgm:t>
        <a:bodyPr/>
        <a:lstStyle/>
        <a:p>
          <a:r>
            <a:rPr lang="en-US" b="1" dirty="0"/>
            <a:t>EXCEL DASHBOARD</a:t>
          </a:r>
          <a:endParaRPr lang="en-US" dirty="0"/>
        </a:p>
      </dgm:t>
    </dgm:pt>
    <dgm:pt modelId="{9AAFEC18-5F2B-47B7-AD92-A197FB15D315}" type="parTrans" cxnId="{FC7C6C20-D6FA-40CD-A98F-289CB5EA3E08}">
      <dgm:prSet/>
      <dgm:spPr/>
      <dgm:t>
        <a:bodyPr/>
        <a:lstStyle/>
        <a:p>
          <a:endParaRPr lang="en-US"/>
        </a:p>
      </dgm:t>
    </dgm:pt>
    <dgm:pt modelId="{9930B9A1-9828-4427-AF73-5CE3877D016B}" type="sibTrans" cxnId="{FC7C6C20-D6FA-40CD-A98F-289CB5EA3E08}">
      <dgm:prSet/>
      <dgm:spPr/>
      <dgm:t>
        <a:bodyPr/>
        <a:lstStyle/>
        <a:p>
          <a:endParaRPr lang="en-US" dirty="0"/>
        </a:p>
      </dgm:t>
    </dgm:pt>
    <dgm:pt modelId="{60DC5183-349B-40D4-AD7B-202EC4F6F869}">
      <dgm:prSet/>
      <dgm:spPr/>
      <dgm:t>
        <a:bodyPr/>
        <a:lstStyle/>
        <a:p>
          <a:r>
            <a:rPr lang="en-US" b="1" dirty="0"/>
            <a:t>TABLEAU DASHBOARD</a:t>
          </a:r>
          <a:endParaRPr lang="en-US" dirty="0"/>
        </a:p>
      </dgm:t>
    </dgm:pt>
    <dgm:pt modelId="{138BD2AE-0798-44CB-9DC5-7849CDA6E388}" type="parTrans" cxnId="{AE0C613F-1E27-4FB1-8824-C9501868CBC4}">
      <dgm:prSet/>
      <dgm:spPr/>
      <dgm:t>
        <a:bodyPr/>
        <a:lstStyle/>
        <a:p>
          <a:endParaRPr lang="en-US"/>
        </a:p>
      </dgm:t>
    </dgm:pt>
    <dgm:pt modelId="{C58AAEC0-EA86-4980-A2C5-4CA5D162249B}" type="sibTrans" cxnId="{AE0C613F-1E27-4FB1-8824-C9501868CBC4}">
      <dgm:prSet/>
      <dgm:spPr/>
      <dgm:t>
        <a:bodyPr/>
        <a:lstStyle/>
        <a:p>
          <a:endParaRPr lang="en-US" dirty="0"/>
        </a:p>
      </dgm:t>
    </dgm:pt>
    <dgm:pt modelId="{B949D758-4832-4997-BCE8-F7119A864437}">
      <dgm:prSet/>
      <dgm:spPr/>
      <dgm:t>
        <a:bodyPr/>
        <a:lstStyle/>
        <a:p>
          <a:r>
            <a:rPr lang="en-US" b="1" dirty="0"/>
            <a:t>POWERBI DASHBOARD </a:t>
          </a:r>
          <a:endParaRPr lang="en-US" dirty="0"/>
        </a:p>
      </dgm:t>
    </dgm:pt>
    <dgm:pt modelId="{40A00F02-9C06-405D-9D96-9484EA2B5304}" type="parTrans" cxnId="{CF7F0149-4CB0-409C-B9CC-3B699FA8A710}">
      <dgm:prSet/>
      <dgm:spPr/>
      <dgm:t>
        <a:bodyPr/>
        <a:lstStyle/>
        <a:p>
          <a:endParaRPr lang="en-US"/>
        </a:p>
      </dgm:t>
    </dgm:pt>
    <dgm:pt modelId="{57173EB1-727B-40CC-99FD-14CD75BAE4FE}" type="sibTrans" cxnId="{CF7F0149-4CB0-409C-B9CC-3B699FA8A710}">
      <dgm:prSet/>
      <dgm:spPr/>
      <dgm:t>
        <a:bodyPr/>
        <a:lstStyle/>
        <a:p>
          <a:endParaRPr lang="en-US" dirty="0"/>
        </a:p>
      </dgm:t>
    </dgm:pt>
    <dgm:pt modelId="{79A2F85E-A275-4A65-9F44-81CC2313B4EB}">
      <dgm:prSet/>
      <dgm:spPr/>
      <dgm:t>
        <a:bodyPr/>
        <a:lstStyle/>
        <a:p>
          <a:r>
            <a:rPr lang="en-US" b="1" dirty="0"/>
            <a:t>SQL SCRIPT </a:t>
          </a:r>
          <a:endParaRPr lang="en-US" dirty="0"/>
        </a:p>
      </dgm:t>
    </dgm:pt>
    <dgm:pt modelId="{2C6C60C2-F991-404D-A92F-2329A5769E82}" type="parTrans" cxnId="{9F0C76EE-D44B-4806-BAD4-510170777717}">
      <dgm:prSet/>
      <dgm:spPr/>
      <dgm:t>
        <a:bodyPr/>
        <a:lstStyle/>
        <a:p>
          <a:endParaRPr lang="en-US"/>
        </a:p>
      </dgm:t>
    </dgm:pt>
    <dgm:pt modelId="{4C0A8C38-C739-4BD9-9C28-9B7F4F4804FE}" type="sibTrans" cxnId="{9F0C76EE-D44B-4806-BAD4-510170777717}">
      <dgm:prSet/>
      <dgm:spPr/>
      <dgm:t>
        <a:bodyPr/>
        <a:lstStyle/>
        <a:p>
          <a:endParaRPr lang="en-US" dirty="0"/>
        </a:p>
      </dgm:t>
    </dgm:pt>
    <dgm:pt modelId="{02BC2BB5-D6B2-400A-B3A2-32C3C9911C67}">
      <dgm:prSet/>
      <dgm:spPr/>
      <dgm:t>
        <a:bodyPr/>
        <a:lstStyle/>
        <a:p>
          <a:r>
            <a:rPr lang="en-US" b="1" dirty="0"/>
            <a:t>SUGGESTIONS</a:t>
          </a:r>
          <a:endParaRPr lang="en-US" dirty="0"/>
        </a:p>
      </dgm:t>
    </dgm:pt>
    <dgm:pt modelId="{E1F1D2E3-E2CE-4F5E-9398-4CACC05139A6}" type="parTrans" cxnId="{F5EF3160-5F22-41CA-AB68-7EB7B72452BD}">
      <dgm:prSet/>
      <dgm:spPr/>
      <dgm:t>
        <a:bodyPr/>
        <a:lstStyle/>
        <a:p>
          <a:endParaRPr lang="en-US"/>
        </a:p>
      </dgm:t>
    </dgm:pt>
    <dgm:pt modelId="{ED36B467-522C-417F-B0AF-169F52C09E48}" type="sibTrans" cxnId="{F5EF3160-5F22-41CA-AB68-7EB7B72452BD}">
      <dgm:prSet/>
      <dgm:spPr/>
      <dgm:t>
        <a:bodyPr/>
        <a:lstStyle/>
        <a:p>
          <a:endParaRPr lang="en-US" dirty="0"/>
        </a:p>
      </dgm:t>
    </dgm:pt>
    <dgm:pt modelId="{CDB22CBA-8B75-4015-B977-828AC9074B03}">
      <dgm:prSet/>
      <dgm:spPr/>
      <dgm:t>
        <a:bodyPr/>
        <a:lstStyle/>
        <a:p>
          <a:r>
            <a:rPr lang="en-US" b="1" dirty="0"/>
            <a:t>KEY TAKE AWAYS</a:t>
          </a:r>
          <a:endParaRPr lang="en-US" dirty="0"/>
        </a:p>
      </dgm:t>
    </dgm:pt>
    <dgm:pt modelId="{1745B947-0F6A-485E-8816-FCC3226F0159}" type="parTrans" cxnId="{D967BC29-AFC4-4897-8FB2-6D095AF7D8E1}">
      <dgm:prSet/>
      <dgm:spPr/>
      <dgm:t>
        <a:bodyPr/>
        <a:lstStyle/>
        <a:p>
          <a:endParaRPr lang="en-US"/>
        </a:p>
      </dgm:t>
    </dgm:pt>
    <dgm:pt modelId="{21539F18-849D-4C73-BF39-74F4AD7587E0}" type="sibTrans" cxnId="{D967BC29-AFC4-4897-8FB2-6D095AF7D8E1}">
      <dgm:prSet/>
      <dgm:spPr/>
      <dgm:t>
        <a:bodyPr/>
        <a:lstStyle/>
        <a:p>
          <a:endParaRPr lang="en-US"/>
        </a:p>
      </dgm:t>
    </dgm:pt>
    <dgm:pt modelId="{2BC5EC1C-10D9-4F46-B1C8-1324E054CFA0}">
      <dgm:prSet/>
      <dgm:spPr/>
      <dgm:t>
        <a:bodyPr/>
        <a:lstStyle/>
        <a:p>
          <a:r>
            <a:rPr lang="en-US" b="1" dirty="0"/>
            <a:t>ABOUT AXON </a:t>
          </a:r>
        </a:p>
        <a:p>
          <a:r>
            <a:rPr lang="en-US" b="1" dirty="0"/>
            <a:t>HEALTHCARE</a:t>
          </a:r>
        </a:p>
      </dgm:t>
    </dgm:pt>
    <dgm:pt modelId="{58CE2670-29C6-4885-98FB-F59B9FE94578}" type="parTrans" cxnId="{4AB26852-5450-4178-A526-5084433AD121}">
      <dgm:prSet/>
      <dgm:spPr/>
      <dgm:t>
        <a:bodyPr/>
        <a:lstStyle/>
        <a:p>
          <a:endParaRPr lang="en-US"/>
        </a:p>
      </dgm:t>
    </dgm:pt>
    <dgm:pt modelId="{74BF48E5-DA23-4081-98C8-5005931A12E9}" type="sibTrans" cxnId="{4AB26852-5450-4178-A526-5084433AD121}">
      <dgm:prSet/>
      <dgm:spPr/>
      <dgm:t>
        <a:bodyPr/>
        <a:lstStyle/>
        <a:p>
          <a:endParaRPr lang="en-US"/>
        </a:p>
      </dgm:t>
    </dgm:pt>
    <dgm:pt modelId="{56A71E8B-1E47-4679-A728-118201606E0E}" type="pres">
      <dgm:prSet presAssocID="{60C94818-DE9E-4063-878B-C0E971AAEBAF}" presName="Name0" presStyleCnt="0">
        <dgm:presLayoutVars>
          <dgm:dir/>
          <dgm:resizeHandles val="exact"/>
        </dgm:presLayoutVars>
      </dgm:prSet>
      <dgm:spPr/>
    </dgm:pt>
    <dgm:pt modelId="{0DE794B8-C38C-4431-9976-0AD27195857E}" type="pres">
      <dgm:prSet presAssocID="{672700A1-2ED8-4B7F-B2EB-50D082E4D2CC}" presName="node" presStyleLbl="node1" presStyleIdx="0" presStyleCnt="10">
        <dgm:presLayoutVars>
          <dgm:bulletEnabled val="1"/>
        </dgm:presLayoutVars>
      </dgm:prSet>
      <dgm:spPr/>
    </dgm:pt>
    <dgm:pt modelId="{CC8F2A73-A441-4315-9308-CB457CB347E4}" type="pres">
      <dgm:prSet presAssocID="{8831750D-0142-4FBC-BA48-97074E7B77AB}" presName="sibTrans" presStyleLbl="sibTrans1D1" presStyleIdx="0" presStyleCnt="9"/>
      <dgm:spPr/>
    </dgm:pt>
    <dgm:pt modelId="{5D37163B-8A50-4E44-B924-7EFC6DCB30E9}" type="pres">
      <dgm:prSet presAssocID="{8831750D-0142-4FBC-BA48-97074E7B77AB}" presName="connectorText" presStyleLbl="sibTrans1D1" presStyleIdx="0" presStyleCnt="9"/>
      <dgm:spPr/>
    </dgm:pt>
    <dgm:pt modelId="{F577E4B8-862C-4EEE-9DC6-8BF9E638B2CF}" type="pres">
      <dgm:prSet presAssocID="{2BC5EC1C-10D9-4F46-B1C8-1324E054CFA0}" presName="node" presStyleLbl="node1" presStyleIdx="1" presStyleCnt="10">
        <dgm:presLayoutVars>
          <dgm:bulletEnabled val="1"/>
        </dgm:presLayoutVars>
      </dgm:prSet>
      <dgm:spPr/>
    </dgm:pt>
    <dgm:pt modelId="{7EFE1C20-61E8-4C94-8FDA-12BA4CA600A6}" type="pres">
      <dgm:prSet presAssocID="{74BF48E5-DA23-4081-98C8-5005931A12E9}" presName="sibTrans" presStyleLbl="sibTrans1D1" presStyleIdx="1" presStyleCnt="9"/>
      <dgm:spPr/>
    </dgm:pt>
    <dgm:pt modelId="{5A708502-D5DF-4CE4-9437-2BAFA8D9627F}" type="pres">
      <dgm:prSet presAssocID="{74BF48E5-DA23-4081-98C8-5005931A12E9}" presName="connectorText" presStyleLbl="sibTrans1D1" presStyleIdx="1" presStyleCnt="9"/>
      <dgm:spPr/>
    </dgm:pt>
    <dgm:pt modelId="{9B1FBE9A-0D34-475E-93CF-E45009C23730}" type="pres">
      <dgm:prSet presAssocID="{FBCA7BF7-0C8F-46E9-87C7-3659786C85F3}" presName="node" presStyleLbl="node1" presStyleIdx="2" presStyleCnt="10">
        <dgm:presLayoutVars>
          <dgm:bulletEnabled val="1"/>
        </dgm:presLayoutVars>
      </dgm:prSet>
      <dgm:spPr/>
    </dgm:pt>
    <dgm:pt modelId="{510DB648-3D6E-4185-9799-67F71E6184D2}" type="pres">
      <dgm:prSet presAssocID="{CB6B094F-2CB6-4EE1-B92D-E420256D2609}" presName="sibTrans" presStyleLbl="sibTrans1D1" presStyleIdx="2" presStyleCnt="9"/>
      <dgm:spPr/>
    </dgm:pt>
    <dgm:pt modelId="{F5BFF3E9-4A06-43AA-B0A8-747CC7CB011B}" type="pres">
      <dgm:prSet presAssocID="{CB6B094F-2CB6-4EE1-B92D-E420256D2609}" presName="connectorText" presStyleLbl="sibTrans1D1" presStyleIdx="2" presStyleCnt="9"/>
      <dgm:spPr/>
    </dgm:pt>
    <dgm:pt modelId="{B6CCF173-03A9-4CFB-9CC2-11A12444FF80}" type="pres">
      <dgm:prSet presAssocID="{2FE9EF89-900E-4255-B132-C9152315A80C}" presName="node" presStyleLbl="node1" presStyleIdx="3" presStyleCnt="10">
        <dgm:presLayoutVars>
          <dgm:bulletEnabled val="1"/>
        </dgm:presLayoutVars>
      </dgm:prSet>
      <dgm:spPr/>
    </dgm:pt>
    <dgm:pt modelId="{A4898AEB-1435-43B6-B301-D7028F3E6E32}" type="pres">
      <dgm:prSet presAssocID="{E8300934-FDEF-4795-8A29-8BB40D1ADE35}" presName="sibTrans" presStyleLbl="sibTrans1D1" presStyleIdx="3" presStyleCnt="9"/>
      <dgm:spPr/>
    </dgm:pt>
    <dgm:pt modelId="{70C1CFDA-6FD1-4A85-8A39-CE96CBE6C37B}" type="pres">
      <dgm:prSet presAssocID="{E8300934-FDEF-4795-8A29-8BB40D1ADE35}" presName="connectorText" presStyleLbl="sibTrans1D1" presStyleIdx="3" presStyleCnt="9"/>
      <dgm:spPr/>
    </dgm:pt>
    <dgm:pt modelId="{64CC4801-7236-494D-BB72-26E277A4EF5B}" type="pres">
      <dgm:prSet presAssocID="{979D6DC6-27CD-44CF-804E-25D855DB472E}" presName="node" presStyleLbl="node1" presStyleIdx="4" presStyleCnt="10">
        <dgm:presLayoutVars>
          <dgm:bulletEnabled val="1"/>
        </dgm:presLayoutVars>
      </dgm:prSet>
      <dgm:spPr/>
    </dgm:pt>
    <dgm:pt modelId="{1365E500-BB80-440B-863C-E8D9C9FE7BA0}" type="pres">
      <dgm:prSet presAssocID="{9930B9A1-9828-4427-AF73-5CE3877D016B}" presName="sibTrans" presStyleLbl="sibTrans1D1" presStyleIdx="4" presStyleCnt="9"/>
      <dgm:spPr/>
    </dgm:pt>
    <dgm:pt modelId="{E99DA0FC-5CA1-4930-8553-601E1FA113A3}" type="pres">
      <dgm:prSet presAssocID="{9930B9A1-9828-4427-AF73-5CE3877D016B}" presName="connectorText" presStyleLbl="sibTrans1D1" presStyleIdx="4" presStyleCnt="9"/>
      <dgm:spPr/>
    </dgm:pt>
    <dgm:pt modelId="{2A6DF2A0-6941-4517-BB5D-BBA37CB35D29}" type="pres">
      <dgm:prSet presAssocID="{60DC5183-349B-40D4-AD7B-202EC4F6F869}" presName="node" presStyleLbl="node1" presStyleIdx="5" presStyleCnt="10">
        <dgm:presLayoutVars>
          <dgm:bulletEnabled val="1"/>
        </dgm:presLayoutVars>
      </dgm:prSet>
      <dgm:spPr/>
    </dgm:pt>
    <dgm:pt modelId="{A8FB72A2-6552-4EF2-B3BB-CDC19E400324}" type="pres">
      <dgm:prSet presAssocID="{C58AAEC0-EA86-4980-A2C5-4CA5D162249B}" presName="sibTrans" presStyleLbl="sibTrans1D1" presStyleIdx="5" presStyleCnt="9"/>
      <dgm:spPr/>
    </dgm:pt>
    <dgm:pt modelId="{78E47807-005D-4A73-8FE8-9BC6E77E6A82}" type="pres">
      <dgm:prSet presAssocID="{C58AAEC0-EA86-4980-A2C5-4CA5D162249B}" presName="connectorText" presStyleLbl="sibTrans1D1" presStyleIdx="5" presStyleCnt="9"/>
      <dgm:spPr/>
    </dgm:pt>
    <dgm:pt modelId="{5B44EDB3-5A08-43C2-BAA0-2DE409E90753}" type="pres">
      <dgm:prSet presAssocID="{B949D758-4832-4997-BCE8-F7119A864437}" presName="node" presStyleLbl="node1" presStyleIdx="6" presStyleCnt="10">
        <dgm:presLayoutVars>
          <dgm:bulletEnabled val="1"/>
        </dgm:presLayoutVars>
      </dgm:prSet>
      <dgm:spPr/>
    </dgm:pt>
    <dgm:pt modelId="{8E7635AD-BDF7-489C-B17E-87848BCDE126}" type="pres">
      <dgm:prSet presAssocID="{57173EB1-727B-40CC-99FD-14CD75BAE4FE}" presName="sibTrans" presStyleLbl="sibTrans1D1" presStyleIdx="6" presStyleCnt="9"/>
      <dgm:spPr/>
    </dgm:pt>
    <dgm:pt modelId="{AC30B650-1AC8-4955-876C-5A858D9AAF25}" type="pres">
      <dgm:prSet presAssocID="{57173EB1-727B-40CC-99FD-14CD75BAE4FE}" presName="connectorText" presStyleLbl="sibTrans1D1" presStyleIdx="6" presStyleCnt="9"/>
      <dgm:spPr/>
    </dgm:pt>
    <dgm:pt modelId="{7B69730A-F332-47C4-BFEB-52F4298C6DF3}" type="pres">
      <dgm:prSet presAssocID="{79A2F85E-A275-4A65-9F44-81CC2313B4EB}" presName="node" presStyleLbl="node1" presStyleIdx="7" presStyleCnt="10">
        <dgm:presLayoutVars>
          <dgm:bulletEnabled val="1"/>
        </dgm:presLayoutVars>
      </dgm:prSet>
      <dgm:spPr/>
    </dgm:pt>
    <dgm:pt modelId="{6E014340-DC5C-4C0D-88C7-75E6A5CE56CB}" type="pres">
      <dgm:prSet presAssocID="{4C0A8C38-C739-4BD9-9C28-9B7F4F4804FE}" presName="sibTrans" presStyleLbl="sibTrans1D1" presStyleIdx="7" presStyleCnt="9"/>
      <dgm:spPr/>
    </dgm:pt>
    <dgm:pt modelId="{3CB046E6-8E4E-4754-96D9-A84FF284B5CB}" type="pres">
      <dgm:prSet presAssocID="{4C0A8C38-C739-4BD9-9C28-9B7F4F4804FE}" presName="connectorText" presStyleLbl="sibTrans1D1" presStyleIdx="7" presStyleCnt="9"/>
      <dgm:spPr/>
    </dgm:pt>
    <dgm:pt modelId="{46694708-2211-49D1-A32C-82D8D0DB7D39}" type="pres">
      <dgm:prSet presAssocID="{02BC2BB5-D6B2-400A-B3A2-32C3C9911C67}" presName="node" presStyleLbl="node1" presStyleIdx="8" presStyleCnt="10">
        <dgm:presLayoutVars>
          <dgm:bulletEnabled val="1"/>
        </dgm:presLayoutVars>
      </dgm:prSet>
      <dgm:spPr/>
    </dgm:pt>
    <dgm:pt modelId="{437ECAD2-1D3C-40EF-A0A0-BC5F56274758}" type="pres">
      <dgm:prSet presAssocID="{ED36B467-522C-417F-B0AF-169F52C09E48}" presName="sibTrans" presStyleLbl="sibTrans1D1" presStyleIdx="8" presStyleCnt="9"/>
      <dgm:spPr/>
    </dgm:pt>
    <dgm:pt modelId="{3F91C943-FF44-418D-97C5-28797387E04D}" type="pres">
      <dgm:prSet presAssocID="{ED36B467-522C-417F-B0AF-169F52C09E48}" presName="connectorText" presStyleLbl="sibTrans1D1" presStyleIdx="8" presStyleCnt="9"/>
      <dgm:spPr/>
    </dgm:pt>
    <dgm:pt modelId="{C1641039-2C03-4DBB-A323-291F5FDB0B21}" type="pres">
      <dgm:prSet presAssocID="{CDB22CBA-8B75-4015-B977-828AC9074B03}" presName="node" presStyleLbl="node1" presStyleIdx="9" presStyleCnt="10">
        <dgm:presLayoutVars>
          <dgm:bulletEnabled val="1"/>
        </dgm:presLayoutVars>
      </dgm:prSet>
      <dgm:spPr/>
    </dgm:pt>
  </dgm:ptLst>
  <dgm:cxnLst>
    <dgm:cxn modelId="{5974FB02-5756-4FB9-89C2-4246133DC22D}" type="presOf" srcId="{979D6DC6-27CD-44CF-804E-25D855DB472E}" destId="{64CC4801-7236-494D-BB72-26E277A4EF5B}" srcOrd="0" destOrd="0" presId="urn:microsoft.com/office/officeart/2016/7/layout/RepeatingBendingProcessNew"/>
    <dgm:cxn modelId="{7492CC04-73F1-4712-8339-25D93141E700}" type="presOf" srcId="{02BC2BB5-D6B2-400A-B3A2-32C3C9911C67}" destId="{46694708-2211-49D1-A32C-82D8D0DB7D39}" srcOrd="0" destOrd="0" presId="urn:microsoft.com/office/officeart/2016/7/layout/RepeatingBendingProcessNew"/>
    <dgm:cxn modelId="{68E68F08-B32A-469F-9BAB-1ADBBA16F228}" type="presOf" srcId="{CB6B094F-2CB6-4EE1-B92D-E420256D2609}" destId="{510DB648-3D6E-4185-9799-67F71E6184D2}" srcOrd="0" destOrd="0" presId="urn:microsoft.com/office/officeart/2016/7/layout/RepeatingBendingProcessNew"/>
    <dgm:cxn modelId="{848CB40C-BF14-4A0B-B9A4-B00435F25FB6}" type="presOf" srcId="{60C94818-DE9E-4063-878B-C0E971AAEBAF}" destId="{56A71E8B-1E47-4679-A728-118201606E0E}" srcOrd="0" destOrd="0" presId="urn:microsoft.com/office/officeart/2016/7/layout/RepeatingBendingProcessNew"/>
    <dgm:cxn modelId="{5B8F680F-9B25-45D4-BC23-15326FC66F00}" srcId="{60C94818-DE9E-4063-878B-C0E971AAEBAF}" destId="{672700A1-2ED8-4B7F-B2EB-50D082E4D2CC}" srcOrd="0" destOrd="0" parTransId="{354C2319-4181-4AAE-B870-DC7F7B7065F9}" sibTransId="{8831750D-0142-4FBC-BA48-97074E7B77AB}"/>
    <dgm:cxn modelId="{204B421D-7421-4038-9D79-938C1322E9F8}" type="presOf" srcId="{C58AAEC0-EA86-4980-A2C5-4CA5D162249B}" destId="{78E47807-005D-4A73-8FE8-9BC6E77E6A82}" srcOrd="1" destOrd="0" presId="urn:microsoft.com/office/officeart/2016/7/layout/RepeatingBendingProcessNew"/>
    <dgm:cxn modelId="{FC7C6C20-D6FA-40CD-A98F-289CB5EA3E08}" srcId="{60C94818-DE9E-4063-878B-C0E971AAEBAF}" destId="{979D6DC6-27CD-44CF-804E-25D855DB472E}" srcOrd="4" destOrd="0" parTransId="{9AAFEC18-5F2B-47B7-AD92-A197FB15D315}" sibTransId="{9930B9A1-9828-4427-AF73-5CE3877D016B}"/>
    <dgm:cxn modelId="{E0858F20-7813-44BD-B07E-E48F1EF450E4}" type="presOf" srcId="{9930B9A1-9828-4427-AF73-5CE3877D016B}" destId="{E99DA0FC-5CA1-4930-8553-601E1FA113A3}" srcOrd="1" destOrd="0" presId="urn:microsoft.com/office/officeart/2016/7/layout/RepeatingBendingProcessNew"/>
    <dgm:cxn modelId="{62677822-67C7-4DA3-8FF2-B504BAB04685}" type="presOf" srcId="{2BC5EC1C-10D9-4F46-B1C8-1324E054CFA0}" destId="{F577E4B8-862C-4EEE-9DC6-8BF9E638B2CF}" srcOrd="0" destOrd="0" presId="urn:microsoft.com/office/officeart/2016/7/layout/RepeatingBendingProcessNew"/>
    <dgm:cxn modelId="{A6987023-3DA4-4F55-A8E2-DC8D383BAF1F}" type="presOf" srcId="{60DC5183-349B-40D4-AD7B-202EC4F6F869}" destId="{2A6DF2A0-6941-4517-BB5D-BBA37CB35D29}" srcOrd="0" destOrd="0" presId="urn:microsoft.com/office/officeart/2016/7/layout/RepeatingBendingProcessNew"/>
    <dgm:cxn modelId="{BFE6BB29-38DE-4D66-94AC-594508A8E966}" srcId="{60C94818-DE9E-4063-878B-C0E971AAEBAF}" destId="{FBCA7BF7-0C8F-46E9-87C7-3659786C85F3}" srcOrd="2" destOrd="0" parTransId="{2E3C6FF0-459B-4374-AD99-6FA944A1994C}" sibTransId="{CB6B094F-2CB6-4EE1-B92D-E420256D2609}"/>
    <dgm:cxn modelId="{D967BC29-AFC4-4897-8FB2-6D095AF7D8E1}" srcId="{60C94818-DE9E-4063-878B-C0E971AAEBAF}" destId="{CDB22CBA-8B75-4015-B977-828AC9074B03}" srcOrd="9" destOrd="0" parTransId="{1745B947-0F6A-485E-8816-FCC3226F0159}" sibTransId="{21539F18-849D-4C73-BF39-74F4AD7587E0}"/>
    <dgm:cxn modelId="{AEC2FB2A-0AC8-4F2B-8D28-D7AAC7442EA8}" type="presOf" srcId="{B949D758-4832-4997-BCE8-F7119A864437}" destId="{5B44EDB3-5A08-43C2-BAA0-2DE409E90753}" srcOrd="0" destOrd="0" presId="urn:microsoft.com/office/officeart/2016/7/layout/RepeatingBendingProcessNew"/>
    <dgm:cxn modelId="{95CE5630-F447-4B2A-ADFB-39017AE372F0}" type="presOf" srcId="{9930B9A1-9828-4427-AF73-5CE3877D016B}" destId="{1365E500-BB80-440B-863C-E8D9C9FE7BA0}" srcOrd="0" destOrd="0" presId="urn:microsoft.com/office/officeart/2016/7/layout/RepeatingBendingProcessNew"/>
    <dgm:cxn modelId="{B7847830-0A2E-4283-8875-FDF47F641EEE}" type="presOf" srcId="{CB6B094F-2CB6-4EE1-B92D-E420256D2609}" destId="{F5BFF3E9-4A06-43AA-B0A8-747CC7CB011B}" srcOrd="1" destOrd="0" presId="urn:microsoft.com/office/officeart/2016/7/layout/RepeatingBendingProcessNew"/>
    <dgm:cxn modelId="{743F1C3B-9D60-424D-A48F-4F74764CA4CF}" type="presOf" srcId="{74BF48E5-DA23-4081-98C8-5005931A12E9}" destId="{5A708502-D5DF-4CE4-9437-2BAFA8D9627F}" srcOrd="1" destOrd="0" presId="urn:microsoft.com/office/officeart/2016/7/layout/RepeatingBendingProcessNew"/>
    <dgm:cxn modelId="{AE0C613F-1E27-4FB1-8824-C9501868CBC4}" srcId="{60C94818-DE9E-4063-878B-C0E971AAEBAF}" destId="{60DC5183-349B-40D4-AD7B-202EC4F6F869}" srcOrd="5" destOrd="0" parTransId="{138BD2AE-0798-44CB-9DC5-7849CDA6E388}" sibTransId="{C58AAEC0-EA86-4980-A2C5-4CA5D162249B}"/>
    <dgm:cxn modelId="{7D7C345C-6823-4C0C-AA6C-9DF855ACB1AA}" type="presOf" srcId="{2FE9EF89-900E-4255-B132-C9152315A80C}" destId="{B6CCF173-03A9-4CFB-9CC2-11A12444FF80}" srcOrd="0" destOrd="0" presId="urn:microsoft.com/office/officeart/2016/7/layout/RepeatingBendingProcessNew"/>
    <dgm:cxn modelId="{9EE3565E-E7C5-4A20-B7C3-787D3BEBE2DF}" type="presOf" srcId="{E8300934-FDEF-4795-8A29-8BB40D1ADE35}" destId="{70C1CFDA-6FD1-4A85-8A39-CE96CBE6C37B}" srcOrd="1" destOrd="0" presId="urn:microsoft.com/office/officeart/2016/7/layout/RepeatingBendingProcessNew"/>
    <dgm:cxn modelId="{F5EF3160-5F22-41CA-AB68-7EB7B72452BD}" srcId="{60C94818-DE9E-4063-878B-C0E971AAEBAF}" destId="{02BC2BB5-D6B2-400A-B3A2-32C3C9911C67}" srcOrd="8" destOrd="0" parTransId="{E1F1D2E3-E2CE-4F5E-9398-4CACC05139A6}" sibTransId="{ED36B467-522C-417F-B0AF-169F52C09E48}"/>
    <dgm:cxn modelId="{92A2C864-8168-4948-A6E3-09A9D6D08D96}" type="presOf" srcId="{C58AAEC0-EA86-4980-A2C5-4CA5D162249B}" destId="{A8FB72A2-6552-4EF2-B3BB-CDC19E400324}" srcOrd="0" destOrd="0" presId="urn:microsoft.com/office/officeart/2016/7/layout/RepeatingBendingProcessNew"/>
    <dgm:cxn modelId="{59F9B767-123F-4D70-A861-499D8271E7DF}" type="presOf" srcId="{ED36B467-522C-417F-B0AF-169F52C09E48}" destId="{437ECAD2-1D3C-40EF-A0A0-BC5F56274758}" srcOrd="0" destOrd="0" presId="urn:microsoft.com/office/officeart/2016/7/layout/RepeatingBendingProcessNew"/>
    <dgm:cxn modelId="{CF7F0149-4CB0-409C-B9CC-3B699FA8A710}" srcId="{60C94818-DE9E-4063-878B-C0E971AAEBAF}" destId="{B949D758-4832-4997-BCE8-F7119A864437}" srcOrd="6" destOrd="0" parTransId="{40A00F02-9C06-405D-9D96-9484EA2B5304}" sibTransId="{57173EB1-727B-40CC-99FD-14CD75BAE4FE}"/>
    <dgm:cxn modelId="{AE5AE16B-D278-4508-9E80-4E6386E9A167}" type="presOf" srcId="{E8300934-FDEF-4795-8A29-8BB40D1ADE35}" destId="{A4898AEB-1435-43B6-B301-D7028F3E6E32}" srcOrd="0" destOrd="0" presId="urn:microsoft.com/office/officeart/2016/7/layout/RepeatingBendingProcessNew"/>
    <dgm:cxn modelId="{4AB26852-5450-4178-A526-5084433AD121}" srcId="{60C94818-DE9E-4063-878B-C0E971AAEBAF}" destId="{2BC5EC1C-10D9-4F46-B1C8-1324E054CFA0}" srcOrd="1" destOrd="0" parTransId="{58CE2670-29C6-4885-98FB-F59B9FE94578}" sibTransId="{74BF48E5-DA23-4081-98C8-5005931A12E9}"/>
    <dgm:cxn modelId="{9064BC72-F2C0-46A5-BBC6-60BDB97DF7A4}" type="presOf" srcId="{57173EB1-727B-40CC-99FD-14CD75BAE4FE}" destId="{AC30B650-1AC8-4955-876C-5A858D9AAF25}" srcOrd="1" destOrd="0" presId="urn:microsoft.com/office/officeart/2016/7/layout/RepeatingBendingProcessNew"/>
    <dgm:cxn modelId="{4A0EAB54-9389-4367-8235-9A5C2141A1AE}" type="presOf" srcId="{CDB22CBA-8B75-4015-B977-828AC9074B03}" destId="{C1641039-2C03-4DBB-A323-291F5FDB0B21}" srcOrd="0" destOrd="0" presId="urn:microsoft.com/office/officeart/2016/7/layout/RepeatingBendingProcessNew"/>
    <dgm:cxn modelId="{FEB5667F-A93A-4295-A309-6D149CCF2570}" type="presOf" srcId="{ED36B467-522C-417F-B0AF-169F52C09E48}" destId="{3F91C943-FF44-418D-97C5-28797387E04D}" srcOrd="1" destOrd="0" presId="urn:microsoft.com/office/officeart/2016/7/layout/RepeatingBendingProcessNew"/>
    <dgm:cxn modelId="{9E042285-71A9-4FE3-9E39-2FC80689A721}" type="presOf" srcId="{672700A1-2ED8-4B7F-B2EB-50D082E4D2CC}" destId="{0DE794B8-C38C-4431-9976-0AD27195857E}" srcOrd="0" destOrd="0" presId="urn:microsoft.com/office/officeart/2016/7/layout/RepeatingBendingProcessNew"/>
    <dgm:cxn modelId="{EA0D0292-5ECD-45D3-B604-DE624688A28D}" type="presOf" srcId="{FBCA7BF7-0C8F-46E9-87C7-3659786C85F3}" destId="{9B1FBE9A-0D34-475E-93CF-E45009C23730}" srcOrd="0" destOrd="0" presId="urn:microsoft.com/office/officeart/2016/7/layout/RepeatingBendingProcessNew"/>
    <dgm:cxn modelId="{4E59C899-0B6B-48EB-978C-652A4F2C1A25}" srcId="{60C94818-DE9E-4063-878B-C0E971AAEBAF}" destId="{2FE9EF89-900E-4255-B132-C9152315A80C}" srcOrd="3" destOrd="0" parTransId="{4F5A6935-DB10-46F4-8C9C-5398F598E376}" sibTransId="{E8300934-FDEF-4795-8A29-8BB40D1ADE35}"/>
    <dgm:cxn modelId="{11520FC7-486D-472B-9622-F656A89DC70C}" type="presOf" srcId="{79A2F85E-A275-4A65-9F44-81CC2313B4EB}" destId="{7B69730A-F332-47C4-BFEB-52F4298C6DF3}" srcOrd="0" destOrd="0" presId="urn:microsoft.com/office/officeart/2016/7/layout/RepeatingBendingProcessNew"/>
    <dgm:cxn modelId="{7FE06DCB-023E-45BF-8877-A6962D4EAFC5}" type="presOf" srcId="{57173EB1-727B-40CC-99FD-14CD75BAE4FE}" destId="{8E7635AD-BDF7-489C-B17E-87848BCDE126}" srcOrd="0" destOrd="0" presId="urn:microsoft.com/office/officeart/2016/7/layout/RepeatingBendingProcessNew"/>
    <dgm:cxn modelId="{E9C5A6CB-F263-457C-872D-AE3E5F114CC9}" type="presOf" srcId="{8831750D-0142-4FBC-BA48-97074E7B77AB}" destId="{CC8F2A73-A441-4315-9308-CB457CB347E4}" srcOrd="0" destOrd="0" presId="urn:microsoft.com/office/officeart/2016/7/layout/RepeatingBendingProcessNew"/>
    <dgm:cxn modelId="{00E535D5-6B18-4AFE-9306-9A23903BD400}" type="presOf" srcId="{8831750D-0142-4FBC-BA48-97074E7B77AB}" destId="{5D37163B-8A50-4E44-B924-7EFC6DCB30E9}" srcOrd="1" destOrd="0" presId="urn:microsoft.com/office/officeart/2016/7/layout/RepeatingBendingProcessNew"/>
    <dgm:cxn modelId="{1BF8A0E1-EF13-4A85-8AD9-5588E65D1788}" type="presOf" srcId="{74BF48E5-DA23-4081-98C8-5005931A12E9}" destId="{7EFE1C20-61E8-4C94-8FDA-12BA4CA600A6}" srcOrd="0" destOrd="0" presId="urn:microsoft.com/office/officeart/2016/7/layout/RepeatingBendingProcessNew"/>
    <dgm:cxn modelId="{C4B851EE-C171-494A-94E6-201DF1847AB6}" type="presOf" srcId="{4C0A8C38-C739-4BD9-9C28-9B7F4F4804FE}" destId="{3CB046E6-8E4E-4754-96D9-A84FF284B5CB}" srcOrd="1" destOrd="0" presId="urn:microsoft.com/office/officeart/2016/7/layout/RepeatingBendingProcessNew"/>
    <dgm:cxn modelId="{9F0C76EE-D44B-4806-BAD4-510170777717}" srcId="{60C94818-DE9E-4063-878B-C0E971AAEBAF}" destId="{79A2F85E-A275-4A65-9F44-81CC2313B4EB}" srcOrd="7" destOrd="0" parTransId="{2C6C60C2-F991-404D-A92F-2329A5769E82}" sibTransId="{4C0A8C38-C739-4BD9-9C28-9B7F4F4804FE}"/>
    <dgm:cxn modelId="{D0DAA6F9-3A65-4D33-80CE-5DB518CD2081}" type="presOf" srcId="{4C0A8C38-C739-4BD9-9C28-9B7F4F4804FE}" destId="{6E014340-DC5C-4C0D-88C7-75E6A5CE56CB}" srcOrd="0" destOrd="0" presId="urn:microsoft.com/office/officeart/2016/7/layout/RepeatingBendingProcessNew"/>
    <dgm:cxn modelId="{5A20B9A0-E96D-45F1-B39D-CDC561BAA420}" type="presParOf" srcId="{56A71E8B-1E47-4679-A728-118201606E0E}" destId="{0DE794B8-C38C-4431-9976-0AD27195857E}" srcOrd="0" destOrd="0" presId="urn:microsoft.com/office/officeart/2016/7/layout/RepeatingBendingProcessNew"/>
    <dgm:cxn modelId="{A9057416-3B81-4725-832A-11077D3ABD7C}" type="presParOf" srcId="{56A71E8B-1E47-4679-A728-118201606E0E}" destId="{CC8F2A73-A441-4315-9308-CB457CB347E4}" srcOrd="1" destOrd="0" presId="urn:microsoft.com/office/officeart/2016/7/layout/RepeatingBendingProcessNew"/>
    <dgm:cxn modelId="{FD8A7DA2-CA3B-4B91-B5A1-00A2F4ED4CF4}" type="presParOf" srcId="{CC8F2A73-A441-4315-9308-CB457CB347E4}" destId="{5D37163B-8A50-4E44-B924-7EFC6DCB30E9}" srcOrd="0" destOrd="0" presId="urn:microsoft.com/office/officeart/2016/7/layout/RepeatingBendingProcessNew"/>
    <dgm:cxn modelId="{A36B6949-6264-460C-BD3A-6BCA4D002D1E}" type="presParOf" srcId="{56A71E8B-1E47-4679-A728-118201606E0E}" destId="{F577E4B8-862C-4EEE-9DC6-8BF9E638B2CF}" srcOrd="2" destOrd="0" presId="urn:microsoft.com/office/officeart/2016/7/layout/RepeatingBendingProcessNew"/>
    <dgm:cxn modelId="{E061A1AA-5B22-485C-8CD0-2BECE0E9F5CB}" type="presParOf" srcId="{56A71E8B-1E47-4679-A728-118201606E0E}" destId="{7EFE1C20-61E8-4C94-8FDA-12BA4CA600A6}" srcOrd="3" destOrd="0" presId="urn:microsoft.com/office/officeart/2016/7/layout/RepeatingBendingProcessNew"/>
    <dgm:cxn modelId="{C7F98332-D0F6-486D-8159-5BC6AD20A349}" type="presParOf" srcId="{7EFE1C20-61E8-4C94-8FDA-12BA4CA600A6}" destId="{5A708502-D5DF-4CE4-9437-2BAFA8D9627F}" srcOrd="0" destOrd="0" presId="urn:microsoft.com/office/officeart/2016/7/layout/RepeatingBendingProcessNew"/>
    <dgm:cxn modelId="{4F64F96B-1601-44DE-8D80-186102A8D80D}" type="presParOf" srcId="{56A71E8B-1E47-4679-A728-118201606E0E}" destId="{9B1FBE9A-0D34-475E-93CF-E45009C23730}" srcOrd="4" destOrd="0" presId="urn:microsoft.com/office/officeart/2016/7/layout/RepeatingBendingProcessNew"/>
    <dgm:cxn modelId="{6D4E75F8-2305-444F-B4F6-B80742C5998F}" type="presParOf" srcId="{56A71E8B-1E47-4679-A728-118201606E0E}" destId="{510DB648-3D6E-4185-9799-67F71E6184D2}" srcOrd="5" destOrd="0" presId="urn:microsoft.com/office/officeart/2016/7/layout/RepeatingBendingProcessNew"/>
    <dgm:cxn modelId="{004C665D-4533-4620-A3DD-B877D6F4B82E}" type="presParOf" srcId="{510DB648-3D6E-4185-9799-67F71E6184D2}" destId="{F5BFF3E9-4A06-43AA-B0A8-747CC7CB011B}" srcOrd="0" destOrd="0" presId="urn:microsoft.com/office/officeart/2016/7/layout/RepeatingBendingProcessNew"/>
    <dgm:cxn modelId="{7E429FEE-43F3-48AD-8097-ABD9AAB00BE6}" type="presParOf" srcId="{56A71E8B-1E47-4679-A728-118201606E0E}" destId="{B6CCF173-03A9-4CFB-9CC2-11A12444FF80}" srcOrd="6" destOrd="0" presId="urn:microsoft.com/office/officeart/2016/7/layout/RepeatingBendingProcessNew"/>
    <dgm:cxn modelId="{1ACC95A4-9CC9-47EC-9934-E43477998878}" type="presParOf" srcId="{56A71E8B-1E47-4679-A728-118201606E0E}" destId="{A4898AEB-1435-43B6-B301-D7028F3E6E32}" srcOrd="7" destOrd="0" presId="urn:microsoft.com/office/officeart/2016/7/layout/RepeatingBendingProcessNew"/>
    <dgm:cxn modelId="{E6F2C1F2-E9F7-4EF7-858E-F25519C7E354}" type="presParOf" srcId="{A4898AEB-1435-43B6-B301-D7028F3E6E32}" destId="{70C1CFDA-6FD1-4A85-8A39-CE96CBE6C37B}" srcOrd="0" destOrd="0" presId="urn:microsoft.com/office/officeart/2016/7/layout/RepeatingBendingProcessNew"/>
    <dgm:cxn modelId="{CC43B864-FB67-49EF-97EA-BD3D8C85A6AC}" type="presParOf" srcId="{56A71E8B-1E47-4679-A728-118201606E0E}" destId="{64CC4801-7236-494D-BB72-26E277A4EF5B}" srcOrd="8" destOrd="0" presId="urn:microsoft.com/office/officeart/2016/7/layout/RepeatingBendingProcessNew"/>
    <dgm:cxn modelId="{8E3EEFA8-AB5A-4CE2-A2A9-3AF5FCB07C74}" type="presParOf" srcId="{56A71E8B-1E47-4679-A728-118201606E0E}" destId="{1365E500-BB80-440B-863C-E8D9C9FE7BA0}" srcOrd="9" destOrd="0" presId="urn:microsoft.com/office/officeart/2016/7/layout/RepeatingBendingProcessNew"/>
    <dgm:cxn modelId="{8FFD4679-AF78-4DA8-B518-6CDBB3C34171}" type="presParOf" srcId="{1365E500-BB80-440B-863C-E8D9C9FE7BA0}" destId="{E99DA0FC-5CA1-4930-8553-601E1FA113A3}" srcOrd="0" destOrd="0" presId="urn:microsoft.com/office/officeart/2016/7/layout/RepeatingBendingProcessNew"/>
    <dgm:cxn modelId="{1003250A-23CA-489A-A3A4-90C51DFBF174}" type="presParOf" srcId="{56A71E8B-1E47-4679-A728-118201606E0E}" destId="{2A6DF2A0-6941-4517-BB5D-BBA37CB35D29}" srcOrd="10" destOrd="0" presId="urn:microsoft.com/office/officeart/2016/7/layout/RepeatingBendingProcessNew"/>
    <dgm:cxn modelId="{E07C7270-D58C-4ACE-8E6A-E5E8F60DCD61}" type="presParOf" srcId="{56A71E8B-1E47-4679-A728-118201606E0E}" destId="{A8FB72A2-6552-4EF2-B3BB-CDC19E400324}" srcOrd="11" destOrd="0" presId="urn:microsoft.com/office/officeart/2016/7/layout/RepeatingBendingProcessNew"/>
    <dgm:cxn modelId="{DCC65392-E354-40E5-8365-030C0606C02F}" type="presParOf" srcId="{A8FB72A2-6552-4EF2-B3BB-CDC19E400324}" destId="{78E47807-005D-4A73-8FE8-9BC6E77E6A82}" srcOrd="0" destOrd="0" presId="urn:microsoft.com/office/officeart/2016/7/layout/RepeatingBendingProcessNew"/>
    <dgm:cxn modelId="{748E8042-E47C-4A15-B6AF-7CE86EFC66F8}" type="presParOf" srcId="{56A71E8B-1E47-4679-A728-118201606E0E}" destId="{5B44EDB3-5A08-43C2-BAA0-2DE409E90753}" srcOrd="12" destOrd="0" presId="urn:microsoft.com/office/officeart/2016/7/layout/RepeatingBendingProcessNew"/>
    <dgm:cxn modelId="{F2CB65B6-1CCF-4459-8D1C-DA83513D74C9}" type="presParOf" srcId="{56A71E8B-1E47-4679-A728-118201606E0E}" destId="{8E7635AD-BDF7-489C-B17E-87848BCDE126}" srcOrd="13" destOrd="0" presId="urn:microsoft.com/office/officeart/2016/7/layout/RepeatingBendingProcessNew"/>
    <dgm:cxn modelId="{BE7C5033-456C-4472-B8B0-02CB6BCC1D37}" type="presParOf" srcId="{8E7635AD-BDF7-489C-B17E-87848BCDE126}" destId="{AC30B650-1AC8-4955-876C-5A858D9AAF25}" srcOrd="0" destOrd="0" presId="urn:microsoft.com/office/officeart/2016/7/layout/RepeatingBendingProcessNew"/>
    <dgm:cxn modelId="{4D541A5B-B359-4A90-90BE-9121CB383E1A}" type="presParOf" srcId="{56A71E8B-1E47-4679-A728-118201606E0E}" destId="{7B69730A-F332-47C4-BFEB-52F4298C6DF3}" srcOrd="14" destOrd="0" presId="urn:microsoft.com/office/officeart/2016/7/layout/RepeatingBendingProcessNew"/>
    <dgm:cxn modelId="{F4568CB3-D988-43E5-85C9-73D9F0C2CC10}" type="presParOf" srcId="{56A71E8B-1E47-4679-A728-118201606E0E}" destId="{6E014340-DC5C-4C0D-88C7-75E6A5CE56CB}" srcOrd="15" destOrd="0" presId="urn:microsoft.com/office/officeart/2016/7/layout/RepeatingBendingProcessNew"/>
    <dgm:cxn modelId="{2B0AB335-2192-413A-AFF6-5BC82C620DD0}" type="presParOf" srcId="{6E014340-DC5C-4C0D-88C7-75E6A5CE56CB}" destId="{3CB046E6-8E4E-4754-96D9-A84FF284B5CB}" srcOrd="0" destOrd="0" presId="urn:microsoft.com/office/officeart/2016/7/layout/RepeatingBendingProcessNew"/>
    <dgm:cxn modelId="{EA9BD931-EC3C-4601-BD44-9980DF14C516}" type="presParOf" srcId="{56A71E8B-1E47-4679-A728-118201606E0E}" destId="{46694708-2211-49D1-A32C-82D8D0DB7D39}" srcOrd="16" destOrd="0" presId="urn:microsoft.com/office/officeart/2016/7/layout/RepeatingBendingProcessNew"/>
    <dgm:cxn modelId="{F55F2FE1-02D8-4C6A-88FB-15867F0EBD35}" type="presParOf" srcId="{56A71E8B-1E47-4679-A728-118201606E0E}" destId="{437ECAD2-1D3C-40EF-A0A0-BC5F56274758}" srcOrd="17" destOrd="0" presId="urn:microsoft.com/office/officeart/2016/7/layout/RepeatingBendingProcessNew"/>
    <dgm:cxn modelId="{576DC17B-7E15-4202-99F7-07FF0405532F}" type="presParOf" srcId="{437ECAD2-1D3C-40EF-A0A0-BC5F56274758}" destId="{3F91C943-FF44-418D-97C5-28797387E04D}" srcOrd="0" destOrd="0" presId="urn:microsoft.com/office/officeart/2016/7/layout/RepeatingBendingProcessNew"/>
    <dgm:cxn modelId="{35D7A681-AF6A-42FF-8A77-E402FF67CD92}" type="presParOf" srcId="{56A71E8B-1E47-4679-A728-118201606E0E}" destId="{C1641039-2C03-4DBB-A323-291F5FDB0B21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0C94818-DE9E-4063-878B-C0E971AAEBAF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72700A1-2ED8-4B7F-B2EB-50D082E4D2CC}">
      <dgm:prSet/>
      <dgm:spPr/>
      <dgm:t>
        <a:bodyPr/>
        <a:lstStyle/>
        <a:p>
          <a:r>
            <a:rPr lang="en-US" b="0" i="0" u="none" dirty="0"/>
            <a:t>Vegi Dana Sandeep Sivaram</a:t>
          </a:r>
          <a:r>
            <a:rPr lang="en-US" dirty="0"/>
            <a:t> </a:t>
          </a:r>
        </a:p>
      </dgm:t>
    </dgm:pt>
    <dgm:pt modelId="{354C2319-4181-4AAE-B870-DC7F7B7065F9}" type="parTrans" cxnId="{5B8F680F-9B25-45D4-BC23-15326FC66F00}">
      <dgm:prSet/>
      <dgm:spPr/>
      <dgm:t>
        <a:bodyPr/>
        <a:lstStyle/>
        <a:p>
          <a:endParaRPr lang="en-US"/>
        </a:p>
      </dgm:t>
    </dgm:pt>
    <dgm:pt modelId="{8831750D-0142-4FBC-BA48-97074E7B77AB}" type="sibTrans" cxnId="{5B8F680F-9B25-45D4-BC23-15326FC66F00}">
      <dgm:prSet/>
      <dgm:spPr/>
      <dgm:t>
        <a:bodyPr/>
        <a:lstStyle/>
        <a:p>
          <a:endParaRPr lang="en-US"/>
        </a:p>
      </dgm:t>
    </dgm:pt>
    <dgm:pt modelId="{FBCA7BF7-0C8F-46E9-87C7-3659786C85F3}">
      <dgm:prSet/>
      <dgm:spPr/>
      <dgm:t>
        <a:bodyPr/>
        <a:lstStyle/>
        <a:p>
          <a:r>
            <a:rPr lang="en-US" b="0" i="0" u="none" dirty="0"/>
            <a:t>P Ruthvik</a:t>
          </a:r>
          <a:r>
            <a:rPr lang="en-US" dirty="0"/>
            <a:t> </a:t>
          </a:r>
        </a:p>
      </dgm:t>
    </dgm:pt>
    <dgm:pt modelId="{2E3C6FF0-459B-4374-AD99-6FA944A1994C}" type="parTrans" cxnId="{BFE6BB29-38DE-4D66-94AC-594508A8E966}">
      <dgm:prSet/>
      <dgm:spPr/>
      <dgm:t>
        <a:bodyPr/>
        <a:lstStyle/>
        <a:p>
          <a:endParaRPr lang="en-US"/>
        </a:p>
      </dgm:t>
    </dgm:pt>
    <dgm:pt modelId="{CB6B094F-2CB6-4EE1-B92D-E420256D2609}" type="sibTrans" cxnId="{BFE6BB29-38DE-4D66-94AC-594508A8E966}">
      <dgm:prSet/>
      <dgm:spPr/>
      <dgm:t>
        <a:bodyPr/>
        <a:lstStyle/>
        <a:p>
          <a:endParaRPr lang="en-US"/>
        </a:p>
      </dgm:t>
    </dgm:pt>
    <dgm:pt modelId="{2FE9EF89-900E-4255-B132-C9152315A80C}">
      <dgm:prSet/>
      <dgm:spPr/>
      <dgm:t>
        <a:bodyPr/>
        <a:lstStyle/>
        <a:p>
          <a:r>
            <a:rPr lang="en-US" b="0" i="0" u="none" dirty="0"/>
            <a:t>Suma Borannawar</a:t>
          </a:r>
          <a:r>
            <a:rPr lang="en-US" dirty="0"/>
            <a:t> </a:t>
          </a:r>
        </a:p>
      </dgm:t>
    </dgm:pt>
    <dgm:pt modelId="{4F5A6935-DB10-46F4-8C9C-5398F598E376}" type="parTrans" cxnId="{4E59C899-0B6B-48EB-978C-652A4F2C1A25}">
      <dgm:prSet/>
      <dgm:spPr/>
      <dgm:t>
        <a:bodyPr/>
        <a:lstStyle/>
        <a:p>
          <a:endParaRPr lang="en-US"/>
        </a:p>
      </dgm:t>
    </dgm:pt>
    <dgm:pt modelId="{E8300934-FDEF-4795-8A29-8BB40D1ADE35}" type="sibTrans" cxnId="{4E59C899-0B6B-48EB-978C-652A4F2C1A25}">
      <dgm:prSet/>
      <dgm:spPr/>
      <dgm:t>
        <a:bodyPr/>
        <a:lstStyle/>
        <a:p>
          <a:endParaRPr lang="en-US"/>
        </a:p>
      </dgm:t>
    </dgm:pt>
    <dgm:pt modelId="{979D6DC6-27CD-44CF-804E-25D855DB472E}">
      <dgm:prSet/>
      <dgm:spPr/>
      <dgm:t>
        <a:bodyPr/>
        <a:lstStyle/>
        <a:p>
          <a:r>
            <a:rPr lang="en-US" b="0" i="0" u="none" dirty="0"/>
            <a:t>Sakshi Mangesh Sonawane</a:t>
          </a:r>
          <a:r>
            <a:rPr lang="en-US" dirty="0"/>
            <a:t> </a:t>
          </a:r>
        </a:p>
      </dgm:t>
    </dgm:pt>
    <dgm:pt modelId="{9AAFEC18-5F2B-47B7-AD92-A197FB15D315}" type="parTrans" cxnId="{FC7C6C20-D6FA-40CD-A98F-289CB5EA3E08}">
      <dgm:prSet/>
      <dgm:spPr/>
      <dgm:t>
        <a:bodyPr/>
        <a:lstStyle/>
        <a:p>
          <a:endParaRPr lang="en-US"/>
        </a:p>
      </dgm:t>
    </dgm:pt>
    <dgm:pt modelId="{9930B9A1-9828-4427-AF73-5CE3877D016B}" type="sibTrans" cxnId="{FC7C6C20-D6FA-40CD-A98F-289CB5EA3E08}">
      <dgm:prSet/>
      <dgm:spPr/>
      <dgm:t>
        <a:bodyPr/>
        <a:lstStyle/>
        <a:p>
          <a:endParaRPr lang="en-US"/>
        </a:p>
      </dgm:t>
    </dgm:pt>
    <dgm:pt modelId="{60DC5183-349B-40D4-AD7B-202EC4F6F869}">
      <dgm:prSet/>
      <dgm:spPr/>
      <dgm:t>
        <a:bodyPr/>
        <a:lstStyle/>
        <a:p>
          <a:r>
            <a:rPr lang="en-US" b="0" i="0" u="none" dirty="0"/>
            <a:t>Mamatha.M</a:t>
          </a:r>
          <a:r>
            <a:rPr lang="en-US" dirty="0"/>
            <a:t> </a:t>
          </a:r>
        </a:p>
      </dgm:t>
    </dgm:pt>
    <dgm:pt modelId="{138BD2AE-0798-44CB-9DC5-7849CDA6E388}" type="parTrans" cxnId="{AE0C613F-1E27-4FB1-8824-C9501868CBC4}">
      <dgm:prSet/>
      <dgm:spPr/>
      <dgm:t>
        <a:bodyPr/>
        <a:lstStyle/>
        <a:p>
          <a:endParaRPr lang="en-US"/>
        </a:p>
      </dgm:t>
    </dgm:pt>
    <dgm:pt modelId="{C58AAEC0-EA86-4980-A2C5-4CA5D162249B}" type="sibTrans" cxnId="{AE0C613F-1E27-4FB1-8824-C9501868CBC4}">
      <dgm:prSet/>
      <dgm:spPr/>
      <dgm:t>
        <a:bodyPr/>
        <a:lstStyle/>
        <a:p>
          <a:endParaRPr lang="en-US"/>
        </a:p>
      </dgm:t>
    </dgm:pt>
    <dgm:pt modelId="{B949D758-4832-4997-BCE8-F7119A864437}">
      <dgm:prSet/>
      <dgm:spPr/>
      <dgm:t>
        <a:bodyPr/>
        <a:lstStyle/>
        <a:p>
          <a:r>
            <a:rPr lang="en-US" b="0" i="0" u="none" dirty="0"/>
            <a:t>Nikhil Talapaneni</a:t>
          </a:r>
          <a:r>
            <a:rPr lang="en-US" dirty="0"/>
            <a:t> </a:t>
          </a:r>
        </a:p>
      </dgm:t>
    </dgm:pt>
    <dgm:pt modelId="{40A00F02-9C06-405D-9D96-9484EA2B5304}" type="parTrans" cxnId="{CF7F0149-4CB0-409C-B9CC-3B699FA8A710}">
      <dgm:prSet/>
      <dgm:spPr/>
      <dgm:t>
        <a:bodyPr/>
        <a:lstStyle/>
        <a:p>
          <a:endParaRPr lang="en-US"/>
        </a:p>
      </dgm:t>
    </dgm:pt>
    <dgm:pt modelId="{57173EB1-727B-40CC-99FD-14CD75BAE4FE}" type="sibTrans" cxnId="{CF7F0149-4CB0-409C-B9CC-3B699FA8A710}">
      <dgm:prSet/>
      <dgm:spPr/>
      <dgm:t>
        <a:bodyPr/>
        <a:lstStyle/>
        <a:p>
          <a:endParaRPr lang="en-US"/>
        </a:p>
      </dgm:t>
    </dgm:pt>
    <dgm:pt modelId="{79A2F85E-A275-4A65-9F44-81CC2313B4EB}">
      <dgm:prSet/>
      <dgm:spPr/>
      <dgm:t>
        <a:bodyPr/>
        <a:lstStyle/>
        <a:p>
          <a:r>
            <a:rPr lang="en-US" b="0" i="0" u="none" dirty="0"/>
            <a:t>Praveen Kumar Korivada</a:t>
          </a:r>
          <a:r>
            <a:rPr lang="en-US" dirty="0"/>
            <a:t> </a:t>
          </a:r>
          <a:r>
            <a:rPr lang="en-US" b="1" dirty="0"/>
            <a:t> </a:t>
          </a:r>
          <a:endParaRPr lang="en-US" dirty="0"/>
        </a:p>
      </dgm:t>
    </dgm:pt>
    <dgm:pt modelId="{2C6C60C2-F991-404D-A92F-2329A5769E82}" type="parTrans" cxnId="{9F0C76EE-D44B-4806-BAD4-510170777717}">
      <dgm:prSet/>
      <dgm:spPr/>
      <dgm:t>
        <a:bodyPr/>
        <a:lstStyle/>
        <a:p>
          <a:endParaRPr lang="en-US"/>
        </a:p>
      </dgm:t>
    </dgm:pt>
    <dgm:pt modelId="{4C0A8C38-C739-4BD9-9C28-9B7F4F4804FE}" type="sibTrans" cxnId="{9F0C76EE-D44B-4806-BAD4-510170777717}">
      <dgm:prSet/>
      <dgm:spPr/>
      <dgm:t>
        <a:bodyPr/>
        <a:lstStyle/>
        <a:p>
          <a:endParaRPr lang="en-US"/>
        </a:p>
      </dgm:t>
    </dgm:pt>
    <dgm:pt modelId="{F6E42E5E-9AE1-4659-BA22-714E43F023C9}" type="pres">
      <dgm:prSet presAssocID="{60C94818-DE9E-4063-878B-C0E971AAEBAF}" presName="linear" presStyleCnt="0">
        <dgm:presLayoutVars>
          <dgm:animLvl val="lvl"/>
          <dgm:resizeHandles val="exact"/>
        </dgm:presLayoutVars>
      </dgm:prSet>
      <dgm:spPr/>
    </dgm:pt>
    <dgm:pt modelId="{431BA75A-2537-456E-A8D8-7E52FA2C9165}" type="pres">
      <dgm:prSet presAssocID="{672700A1-2ED8-4B7F-B2EB-50D082E4D2CC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519B34A2-78B5-4A95-8535-597AE8E18078}" type="pres">
      <dgm:prSet presAssocID="{8831750D-0142-4FBC-BA48-97074E7B77AB}" presName="spacer" presStyleCnt="0"/>
      <dgm:spPr/>
    </dgm:pt>
    <dgm:pt modelId="{E02DD899-AB9D-445B-A30B-550FEB8B6F7C}" type="pres">
      <dgm:prSet presAssocID="{FBCA7BF7-0C8F-46E9-87C7-3659786C85F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AFCD7D60-E166-4FD1-BF70-6E854A649D99}" type="pres">
      <dgm:prSet presAssocID="{CB6B094F-2CB6-4EE1-B92D-E420256D2609}" presName="spacer" presStyleCnt="0"/>
      <dgm:spPr/>
    </dgm:pt>
    <dgm:pt modelId="{A15501D5-CF59-4EDE-9A47-B0B605664CA2}" type="pres">
      <dgm:prSet presAssocID="{2FE9EF89-900E-4255-B132-C9152315A80C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FB29AFB3-DA0E-4853-8047-03968A13CFA0}" type="pres">
      <dgm:prSet presAssocID="{E8300934-FDEF-4795-8A29-8BB40D1ADE35}" presName="spacer" presStyleCnt="0"/>
      <dgm:spPr/>
    </dgm:pt>
    <dgm:pt modelId="{C6139CE9-A63A-4414-9718-685715ECD4A3}" type="pres">
      <dgm:prSet presAssocID="{979D6DC6-27CD-44CF-804E-25D855DB472E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9D57C208-FFB4-4B13-8A6D-40C0AC06FAF2}" type="pres">
      <dgm:prSet presAssocID="{9930B9A1-9828-4427-AF73-5CE3877D016B}" presName="spacer" presStyleCnt="0"/>
      <dgm:spPr/>
    </dgm:pt>
    <dgm:pt modelId="{5D72D4B8-01F1-4145-B4ED-B6D6BFC69EC5}" type="pres">
      <dgm:prSet presAssocID="{60DC5183-349B-40D4-AD7B-202EC4F6F869}" presName="parentText" presStyleLbl="node1" presStyleIdx="4" presStyleCnt="7" custLinFactNeighborX="-5188" custLinFactNeighborY="4053">
        <dgm:presLayoutVars>
          <dgm:chMax val="0"/>
          <dgm:bulletEnabled val="1"/>
        </dgm:presLayoutVars>
      </dgm:prSet>
      <dgm:spPr/>
    </dgm:pt>
    <dgm:pt modelId="{2047DE35-34B3-43D5-B90A-E82085B08135}" type="pres">
      <dgm:prSet presAssocID="{C58AAEC0-EA86-4980-A2C5-4CA5D162249B}" presName="spacer" presStyleCnt="0"/>
      <dgm:spPr/>
    </dgm:pt>
    <dgm:pt modelId="{67F8A131-2E98-4CBA-BFD7-B362F6EA3BE5}" type="pres">
      <dgm:prSet presAssocID="{B949D758-4832-4997-BCE8-F7119A864437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69CBB1A-A964-4AC5-AD1B-C42991797094}" type="pres">
      <dgm:prSet presAssocID="{57173EB1-727B-40CC-99FD-14CD75BAE4FE}" presName="spacer" presStyleCnt="0"/>
      <dgm:spPr/>
    </dgm:pt>
    <dgm:pt modelId="{949519AD-D099-4C61-81E4-7A95D526487F}" type="pres">
      <dgm:prSet presAssocID="{79A2F85E-A275-4A65-9F44-81CC2313B4EB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B8F680F-9B25-45D4-BC23-15326FC66F00}" srcId="{60C94818-DE9E-4063-878B-C0E971AAEBAF}" destId="{672700A1-2ED8-4B7F-B2EB-50D082E4D2CC}" srcOrd="0" destOrd="0" parTransId="{354C2319-4181-4AAE-B870-DC7F7B7065F9}" sibTransId="{8831750D-0142-4FBC-BA48-97074E7B77AB}"/>
    <dgm:cxn modelId="{F8E37313-312E-4748-A0CD-A546CCBA7FA2}" type="presOf" srcId="{60C94818-DE9E-4063-878B-C0E971AAEBAF}" destId="{F6E42E5E-9AE1-4659-BA22-714E43F023C9}" srcOrd="0" destOrd="0" presId="urn:microsoft.com/office/officeart/2005/8/layout/vList2"/>
    <dgm:cxn modelId="{9E66D615-AEA4-42A0-AE00-E38ED09431EF}" type="presOf" srcId="{FBCA7BF7-0C8F-46E9-87C7-3659786C85F3}" destId="{E02DD899-AB9D-445B-A30B-550FEB8B6F7C}" srcOrd="0" destOrd="0" presId="urn:microsoft.com/office/officeart/2005/8/layout/vList2"/>
    <dgm:cxn modelId="{8090B01F-8A68-460B-95FD-75DB5661CBB0}" type="presOf" srcId="{672700A1-2ED8-4B7F-B2EB-50D082E4D2CC}" destId="{431BA75A-2537-456E-A8D8-7E52FA2C9165}" srcOrd="0" destOrd="0" presId="urn:microsoft.com/office/officeart/2005/8/layout/vList2"/>
    <dgm:cxn modelId="{FC7C6C20-D6FA-40CD-A98F-289CB5EA3E08}" srcId="{60C94818-DE9E-4063-878B-C0E971AAEBAF}" destId="{979D6DC6-27CD-44CF-804E-25D855DB472E}" srcOrd="3" destOrd="0" parTransId="{9AAFEC18-5F2B-47B7-AD92-A197FB15D315}" sibTransId="{9930B9A1-9828-4427-AF73-5CE3877D016B}"/>
    <dgm:cxn modelId="{5E73A020-73F6-4751-8C13-3C7B5D574D8F}" type="presOf" srcId="{B949D758-4832-4997-BCE8-F7119A864437}" destId="{67F8A131-2E98-4CBA-BFD7-B362F6EA3BE5}" srcOrd="0" destOrd="0" presId="urn:microsoft.com/office/officeart/2005/8/layout/vList2"/>
    <dgm:cxn modelId="{BFE6BB29-38DE-4D66-94AC-594508A8E966}" srcId="{60C94818-DE9E-4063-878B-C0E971AAEBAF}" destId="{FBCA7BF7-0C8F-46E9-87C7-3659786C85F3}" srcOrd="1" destOrd="0" parTransId="{2E3C6FF0-459B-4374-AD99-6FA944A1994C}" sibTransId="{CB6B094F-2CB6-4EE1-B92D-E420256D2609}"/>
    <dgm:cxn modelId="{AE0C613F-1E27-4FB1-8824-C9501868CBC4}" srcId="{60C94818-DE9E-4063-878B-C0E971AAEBAF}" destId="{60DC5183-349B-40D4-AD7B-202EC4F6F869}" srcOrd="4" destOrd="0" parTransId="{138BD2AE-0798-44CB-9DC5-7849CDA6E388}" sibTransId="{C58AAEC0-EA86-4980-A2C5-4CA5D162249B}"/>
    <dgm:cxn modelId="{CF7F0149-4CB0-409C-B9CC-3B699FA8A710}" srcId="{60C94818-DE9E-4063-878B-C0E971AAEBAF}" destId="{B949D758-4832-4997-BCE8-F7119A864437}" srcOrd="5" destOrd="0" parTransId="{40A00F02-9C06-405D-9D96-9484EA2B5304}" sibTransId="{57173EB1-727B-40CC-99FD-14CD75BAE4FE}"/>
    <dgm:cxn modelId="{E101C153-AB4B-4C08-B91C-CE6B223640E5}" type="presOf" srcId="{60DC5183-349B-40D4-AD7B-202EC4F6F869}" destId="{5D72D4B8-01F1-4145-B4ED-B6D6BFC69EC5}" srcOrd="0" destOrd="0" presId="urn:microsoft.com/office/officeart/2005/8/layout/vList2"/>
    <dgm:cxn modelId="{52DCD18A-CE2B-42ED-9E97-DC7DD8E1F9CE}" type="presOf" srcId="{979D6DC6-27CD-44CF-804E-25D855DB472E}" destId="{C6139CE9-A63A-4414-9718-685715ECD4A3}" srcOrd="0" destOrd="0" presId="urn:microsoft.com/office/officeart/2005/8/layout/vList2"/>
    <dgm:cxn modelId="{4E59C899-0B6B-48EB-978C-652A4F2C1A25}" srcId="{60C94818-DE9E-4063-878B-C0E971AAEBAF}" destId="{2FE9EF89-900E-4255-B132-C9152315A80C}" srcOrd="2" destOrd="0" parTransId="{4F5A6935-DB10-46F4-8C9C-5398F598E376}" sibTransId="{E8300934-FDEF-4795-8A29-8BB40D1ADE35}"/>
    <dgm:cxn modelId="{C25C2FDA-D25F-4E85-989D-56F206B039FC}" type="presOf" srcId="{79A2F85E-A275-4A65-9F44-81CC2313B4EB}" destId="{949519AD-D099-4C61-81E4-7A95D526487F}" srcOrd="0" destOrd="0" presId="urn:microsoft.com/office/officeart/2005/8/layout/vList2"/>
    <dgm:cxn modelId="{9F0C76EE-D44B-4806-BAD4-510170777717}" srcId="{60C94818-DE9E-4063-878B-C0E971AAEBAF}" destId="{79A2F85E-A275-4A65-9F44-81CC2313B4EB}" srcOrd="6" destOrd="0" parTransId="{2C6C60C2-F991-404D-A92F-2329A5769E82}" sibTransId="{4C0A8C38-C739-4BD9-9C28-9B7F4F4804FE}"/>
    <dgm:cxn modelId="{A2C002F7-4A6A-49B5-802E-173CA56A2A91}" type="presOf" srcId="{2FE9EF89-900E-4255-B132-C9152315A80C}" destId="{A15501D5-CF59-4EDE-9A47-B0B605664CA2}" srcOrd="0" destOrd="0" presId="urn:microsoft.com/office/officeart/2005/8/layout/vList2"/>
    <dgm:cxn modelId="{2D1CADF9-3CDF-478F-974F-D1D4054B8CCE}" type="presParOf" srcId="{F6E42E5E-9AE1-4659-BA22-714E43F023C9}" destId="{431BA75A-2537-456E-A8D8-7E52FA2C9165}" srcOrd="0" destOrd="0" presId="urn:microsoft.com/office/officeart/2005/8/layout/vList2"/>
    <dgm:cxn modelId="{FE5B127B-DDD7-437E-B41F-C6C57FA8CCA0}" type="presParOf" srcId="{F6E42E5E-9AE1-4659-BA22-714E43F023C9}" destId="{519B34A2-78B5-4A95-8535-597AE8E18078}" srcOrd="1" destOrd="0" presId="urn:microsoft.com/office/officeart/2005/8/layout/vList2"/>
    <dgm:cxn modelId="{8B3D477C-05C6-4F2E-AC7A-9A5201821C17}" type="presParOf" srcId="{F6E42E5E-9AE1-4659-BA22-714E43F023C9}" destId="{E02DD899-AB9D-445B-A30B-550FEB8B6F7C}" srcOrd="2" destOrd="0" presId="urn:microsoft.com/office/officeart/2005/8/layout/vList2"/>
    <dgm:cxn modelId="{71185DE2-C547-4A33-814A-B80F55C083FF}" type="presParOf" srcId="{F6E42E5E-9AE1-4659-BA22-714E43F023C9}" destId="{AFCD7D60-E166-4FD1-BF70-6E854A649D99}" srcOrd="3" destOrd="0" presId="urn:microsoft.com/office/officeart/2005/8/layout/vList2"/>
    <dgm:cxn modelId="{A60C7727-AAC8-40AB-A617-8E74E4FA8969}" type="presParOf" srcId="{F6E42E5E-9AE1-4659-BA22-714E43F023C9}" destId="{A15501D5-CF59-4EDE-9A47-B0B605664CA2}" srcOrd="4" destOrd="0" presId="urn:microsoft.com/office/officeart/2005/8/layout/vList2"/>
    <dgm:cxn modelId="{60D21E50-13E3-4CE2-A27B-9E1726CAD38B}" type="presParOf" srcId="{F6E42E5E-9AE1-4659-BA22-714E43F023C9}" destId="{FB29AFB3-DA0E-4853-8047-03968A13CFA0}" srcOrd="5" destOrd="0" presId="urn:microsoft.com/office/officeart/2005/8/layout/vList2"/>
    <dgm:cxn modelId="{7BD43E93-BB58-4EA1-BDAF-599EBD668198}" type="presParOf" srcId="{F6E42E5E-9AE1-4659-BA22-714E43F023C9}" destId="{C6139CE9-A63A-4414-9718-685715ECD4A3}" srcOrd="6" destOrd="0" presId="urn:microsoft.com/office/officeart/2005/8/layout/vList2"/>
    <dgm:cxn modelId="{AC9A1C80-5B45-4B87-9030-941CFF8DF79A}" type="presParOf" srcId="{F6E42E5E-9AE1-4659-BA22-714E43F023C9}" destId="{9D57C208-FFB4-4B13-8A6D-40C0AC06FAF2}" srcOrd="7" destOrd="0" presId="urn:microsoft.com/office/officeart/2005/8/layout/vList2"/>
    <dgm:cxn modelId="{7D0A0364-CE97-498E-BA4A-61C4D731FCE4}" type="presParOf" srcId="{F6E42E5E-9AE1-4659-BA22-714E43F023C9}" destId="{5D72D4B8-01F1-4145-B4ED-B6D6BFC69EC5}" srcOrd="8" destOrd="0" presId="urn:microsoft.com/office/officeart/2005/8/layout/vList2"/>
    <dgm:cxn modelId="{24182480-3647-4853-AFB3-004961BFB76D}" type="presParOf" srcId="{F6E42E5E-9AE1-4659-BA22-714E43F023C9}" destId="{2047DE35-34B3-43D5-B90A-E82085B08135}" srcOrd="9" destOrd="0" presId="urn:microsoft.com/office/officeart/2005/8/layout/vList2"/>
    <dgm:cxn modelId="{7B1389E0-E951-48A4-A034-A88F7F40D470}" type="presParOf" srcId="{F6E42E5E-9AE1-4659-BA22-714E43F023C9}" destId="{67F8A131-2E98-4CBA-BFD7-B362F6EA3BE5}" srcOrd="10" destOrd="0" presId="urn:microsoft.com/office/officeart/2005/8/layout/vList2"/>
    <dgm:cxn modelId="{9BBD33A8-CD10-40BD-8D38-302087BA00DA}" type="presParOf" srcId="{F6E42E5E-9AE1-4659-BA22-714E43F023C9}" destId="{469CBB1A-A964-4AC5-AD1B-C42991797094}" srcOrd="11" destOrd="0" presId="urn:microsoft.com/office/officeart/2005/8/layout/vList2"/>
    <dgm:cxn modelId="{82C07BD2-1E20-4C53-BF2B-A88241C59277}" type="presParOf" srcId="{F6E42E5E-9AE1-4659-BA22-714E43F023C9}" destId="{949519AD-D099-4C61-81E4-7A95D526487F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8F2A73-A441-4315-9308-CB457CB347E4}">
      <dsp:nvSpPr>
        <dsp:cNvPr id="0" name=""/>
        <dsp:cNvSpPr/>
      </dsp:nvSpPr>
      <dsp:spPr>
        <a:xfrm>
          <a:off x="1678885" y="419338"/>
          <a:ext cx="3244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421" y="45720"/>
              </a:lnTo>
            </a:path>
          </a:pathLst>
        </a:custGeom>
        <a:noFill/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1832220" y="463282"/>
        <a:ext cx="17751" cy="3550"/>
      </dsp:txXfrm>
    </dsp:sp>
    <dsp:sp modelId="{0DE794B8-C38C-4431-9976-0AD27195857E}">
      <dsp:nvSpPr>
        <dsp:cNvPr id="0" name=""/>
        <dsp:cNvSpPr/>
      </dsp:nvSpPr>
      <dsp:spPr>
        <a:xfrm>
          <a:off x="137112" y="1986"/>
          <a:ext cx="1543573" cy="92614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GROUP DETAILS </a:t>
          </a:r>
          <a:endParaRPr lang="en-US" sz="1600" kern="1200" dirty="0"/>
        </a:p>
      </dsp:txBody>
      <dsp:txXfrm>
        <a:off x="137112" y="1986"/>
        <a:ext cx="1543573" cy="926143"/>
      </dsp:txXfrm>
    </dsp:sp>
    <dsp:sp modelId="{7EFE1C20-61E8-4C94-8FDA-12BA4CA600A6}">
      <dsp:nvSpPr>
        <dsp:cNvPr id="0" name=""/>
        <dsp:cNvSpPr/>
      </dsp:nvSpPr>
      <dsp:spPr>
        <a:xfrm>
          <a:off x="3577480" y="419338"/>
          <a:ext cx="3244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421" y="45720"/>
              </a:lnTo>
            </a:path>
          </a:pathLst>
        </a:custGeom>
        <a:noFill/>
        <a:ln w="9525" cap="rnd" cmpd="sng" algn="ctr">
          <a:solidFill>
            <a:schemeClr val="accent5">
              <a:hueOff val="779655"/>
              <a:satOff val="-502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730815" y="463282"/>
        <a:ext cx="17751" cy="3550"/>
      </dsp:txXfrm>
    </dsp:sp>
    <dsp:sp modelId="{F577E4B8-862C-4EEE-9DC6-8BF9E638B2CF}">
      <dsp:nvSpPr>
        <dsp:cNvPr id="0" name=""/>
        <dsp:cNvSpPr/>
      </dsp:nvSpPr>
      <dsp:spPr>
        <a:xfrm>
          <a:off x="2035706" y="1986"/>
          <a:ext cx="1543573" cy="926143"/>
        </a:xfrm>
        <a:prstGeom prst="rect">
          <a:avLst/>
        </a:prstGeom>
        <a:solidFill>
          <a:schemeClr val="accent5">
            <a:hueOff val="693026"/>
            <a:satOff val="-446"/>
            <a:lumOff val="30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ABOUT AXON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HEALTHCARE</a:t>
          </a:r>
        </a:p>
      </dsp:txBody>
      <dsp:txXfrm>
        <a:off x="2035706" y="1986"/>
        <a:ext cx="1543573" cy="926143"/>
      </dsp:txXfrm>
    </dsp:sp>
    <dsp:sp modelId="{510DB648-3D6E-4185-9799-67F71E6184D2}">
      <dsp:nvSpPr>
        <dsp:cNvPr id="0" name=""/>
        <dsp:cNvSpPr/>
      </dsp:nvSpPr>
      <dsp:spPr>
        <a:xfrm>
          <a:off x="908898" y="926329"/>
          <a:ext cx="3797189" cy="324421"/>
        </a:xfrm>
        <a:custGeom>
          <a:avLst/>
          <a:gdLst/>
          <a:ahLst/>
          <a:cxnLst/>
          <a:rect l="0" t="0" r="0" b="0"/>
          <a:pathLst>
            <a:path>
              <a:moveTo>
                <a:pt x="3797189" y="0"/>
              </a:moveTo>
              <a:lnTo>
                <a:pt x="3797189" y="179310"/>
              </a:lnTo>
              <a:lnTo>
                <a:pt x="0" y="179310"/>
              </a:lnTo>
              <a:lnTo>
                <a:pt x="0" y="324421"/>
              </a:lnTo>
            </a:path>
          </a:pathLst>
        </a:custGeom>
        <a:noFill/>
        <a:ln w="9525" cap="rnd" cmpd="sng" algn="ctr">
          <a:solidFill>
            <a:schemeClr val="accent5">
              <a:hueOff val="1559309"/>
              <a:satOff val="-1003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712149" y="1086765"/>
        <a:ext cx="190687" cy="3550"/>
      </dsp:txXfrm>
    </dsp:sp>
    <dsp:sp modelId="{9B1FBE9A-0D34-475E-93CF-E45009C23730}">
      <dsp:nvSpPr>
        <dsp:cNvPr id="0" name=""/>
        <dsp:cNvSpPr/>
      </dsp:nvSpPr>
      <dsp:spPr>
        <a:xfrm>
          <a:off x="3934301" y="1986"/>
          <a:ext cx="1543573" cy="926143"/>
        </a:xfrm>
        <a:prstGeom prst="rect">
          <a:avLst/>
        </a:prstGeom>
        <a:solidFill>
          <a:schemeClr val="accent5">
            <a:hueOff val="1386053"/>
            <a:satOff val="-892"/>
            <a:lumOff val="61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SUMMARY OF THE PROJECT</a:t>
          </a:r>
          <a:endParaRPr lang="en-US" sz="1600" kern="1200" dirty="0"/>
        </a:p>
      </dsp:txBody>
      <dsp:txXfrm>
        <a:off x="3934301" y="1986"/>
        <a:ext cx="1543573" cy="926143"/>
      </dsp:txXfrm>
    </dsp:sp>
    <dsp:sp modelId="{A4898AEB-1435-43B6-B301-D7028F3E6E32}">
      <dsp:nvSpPr>
        <dsp:cNvPr id="0" name=""/>
        <dsp:cNvSpPr/>
      </dsp:nvSpPr>
      <dsp:spPr>
        <a:xfrm>
          <a:off x="1678885" y="1700503"/>
          <a:ext cx="3244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421" y="45720"/>
              </a:lnTo>
            </a:path>
          </a:pathLst>
        </a:custGeom>
        <a:noFill/>
        <a:ln w="9525" cap="rnd" cmpd="sng" algn="ctr">
          <a:solidFill>
            <a:schemeClr val="accent5">
              <a:hueOff val="2338964"/>
              <a:satOff val="-1505"/>
              <a:lumOff val="1029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1832220" y="1744448"/>
        <a:ext cx="17751" cy="3550"/>
      </dsp:txXfrm>
    </dsp:sp>
    <dsp:sp modelId="{B6CCF173-03A9-4CFB-9CC2-11A12444FF80}">
      <dsp:nvSpPr>
        <dsp:cNvPr id="0" name=""/>
        <dsp:cNvSpPr/>
      </dsp:nvSpPr>
      <dsp:spPr>
        <a:xfrm>
          <a:off x="137112" y="1283151"/>
          <a:ext cx="1543573" cy="926143"/>
        </a:xfrm>
        <a:prstGeom prst="rect">
          <a:avLst/>
        </a:prstGeom>
        <a:solidFill>
          <a:schemeClr val="accent5">
            <a:hueOff val="2079079"/>
            <a:satOff val="-1338"/>
            <a:lumOff val="91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KPI LIST </a:t>
          </a:r>
          <a:endParaRPr lang="en-US" sz="1600" kern="1200" dirty="0"/>
        </a:p>
      </dsp:txBody>
      <dsp:txXfrm>
        <a:off x="137112" y="1283151"/>
        <a:ext cx="1543573" cy="926143"/>
      </dsp:txXfrm>
    </dsp:sp>
    <dsp:sp modelId="{1365E500-BB80-440B-863C-E8D9C9FE7BA0}">
      <dsp:nvSpPr>
        <dsp:cNvPr id="0" name=""/>
        <dsp:cNvSpPr/>
      </dsp:nvSpPr>
      <dsp:spPr>
        <a:xfrm>
          <a:off x="3577480" y="1700503"/>
          <a:ext cx="3244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421" y="45720"/>
              </a:lnTo>
            </a:path>
          </a:pathLst>
        </a:custGeom>
        <a:noFill/>
        <a:ln w="9525" cap="rnd" cmpd="sng" algn="ctr">
          <a:solidFill>
            <a:schemeClr val="accent5">
              <a:hueOff val="3118619"/>
              <a:satOff val="-2006"/>
              <a:lumOff val="1372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30815" y="1744448"/>
        <a:ext cx="17751" cy="3550"/>
      </dsp:txXfrm>
    </dsp:sp>
    <dsp:sp modelId="{64CC4801-7236-494D-BB72-26E277A4EF5B}">
      <dsp:nvSpPr>
        <dsp:cNvPr id="0" name=""/>
        <dsp:cNvSpPr/>
      </dsp:nvSpPr>
      <dsp:spPr>
        <a:xfrm>
          <a:off x="2035706" y="1283151"/>
          <a:ext cx="1543573" cy="926143"/>
        </a:xfrm>
        <a:prstGeom prst="rect">
          <a:avLst/>
        </a:prstGeom>
        <a:solidFill>
          <a:schemeClr val="accent5">
            <a:hueOff val="2772106"/>
            <a:satOff val="-1784"/>
            <a:lumOff val="122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EXCEL DASHBOARD</a:t>
          </a:r>
          <a:endParaRPr lang="en-US" sz="1600" kern="1200" dirty="0"/>
        </a:p>
      </dsp:txBody>
      <dsp:txXfrm>
        <a:off x="2035706" y="1283151"/>
        <a:ext cx="1543573" cy="926143"/>
      </dsp:txXfrm>
    </dsp:sp>
    <dsp:sp modelId="{A8FB72A2-6552-4EF2-B3BB-CDC19E400324}">
      <dsp:nvSpPr>
        <dsp:cNvPr id="0" name=""/>
        <dsp:cNvSpPr/>
      </dsp:nvSpPr>
      <dsp:spPr>
        <a:xfrm>
          <a:off x="908898" y="2207495"/>
          <a:ext cx="3797189" cy="324421"/>
        </a:xfrm>
        <a:custGeom>
          <a:avLst/>
          <a:gdLst/>
          <a:ahLst/>
          <a:cxnLst/>
          <a:rect l="0" t="0" r="0" b="0"/>
          <a:pathLst>
            <a:path>
              <a:moveTo>
                <a:pt x="3797189" y="0"/>
              </a:moveTo>
              <a:lnTo>
                <a:pt x="3797189" y="179310"/>
              </a:lnTo>
              <a:lnTo>
                <a:pt x="0" y="179310"/>
              </a:lnTo>
              <a:lnTo>
                <a:pt x="0" y="324421"/>
              </a:lnTo>
            </a:path>
          </a:pathLst>
        </a:custGeom>
        <a:noFill/>
        <a:ln w="9525" cap="rnd" cmpd="sng" algn="ctr">
          <a:solidFill>
            <a:schemeClr val="accent5">
              <a:hueOff val="3898274"/>
              <a:satOff val="-2508"/>
              <a:lumOff val="1715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712149" y="2367931"/>
        <a:ext cx="190687" cy="3550"/>
      </dsp:txXfrm>
    </dsp:sp>
    <dsp:sp modelId="{2A6DF2A0-6941-4517-BB5D-BBA37CB35D29}">
      <dsp:nvSpPr>
        <dsp:cNvPr id="0" name=""/>
        <dsp:cNvSpPr/>
      </dsp:nvSpPr>
      <dsp:spPr>
        <a:xfrm>
          <a:off x="3934301" y="1283151"/>
          <a:ext cx="1543573" cy="926143"/>
        </a:xfrm>
        <a:prstGeom prst="rect">
          <a:avLst/>
        </a:prstGeom>
        <a:solidFill>
          <a:schemeClr val="accent5">
            <a:hueOff val="3465132"/>
            <a:satOff val="-2229"/>
            <a:lumOff val="152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TABLEAU DASHBOARD</a:t>
          </a:r>
          <a:endParaRPr lang="en-US" sz="1600" kern="1200" dirty="0"/>
        </a:p>
      </dsp:txBody>
      <dsp:txXfrm>
        <a:off x="3934301" y="1283151"/>
        <a:ext cx="1543573" cy="926143"/>
      </dsp:txXfrm>
    </dsp:sp>
    <dsp:sp modelId="{8E7635AD-BDF7-489C-B17E-87848BCDE126}">
      <dsp:nvSpPr>
        <dsp:cNvPr id="0" name=""/>
        <dsp:cNvSpPr/>
      </dsp:nvSpPr>
      <dsp:spPr>
        <a:xfrm>
          <a:off x="1678885" y="2981669"/>
          <a:ext cx="3244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421" y="45720"/>
              </a:lnTo>
            </a:path>
          </a:pathLst>
        </a:custGeom>
        <a:noFill/>
        <a:ln w="9525" cap="rnd" cmpd="sng" algn="ctr">
          <a:solidFill>
            <a:schemeClr val="accent5">
              <a:hueOff val="4677928"/>
              <a:satOff val="-3010"/>
              <a:lumOff val="2058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1832220" y="3025614"/>
        <a:ext cx="17751" cy="3550"/>
      </dsp:txXfrm>
    </dsp:sp>
    <dsp:sp modelId="{5B44EDB3-5A08-43C2-BAA0-2DE409E90753}">
      <dsp:nvSpPr>
        <dsp:cNvPr id="0" name=""/>
        <dsp:cNvSpPr/>
      </dsp:nvSpPr>
      <dsp:spPr>
        <a:xfrm>
          <a:off x="137112" y="2564317"/>
          <a:ext cx="1543573" cy="926143"/>
        </a:xfrm>
        <a:prstGeom prst="rect">
          <a:avLst/>
        </a:prstGeom>
        <a:solidFill>
          <a:schemeClr val="accent5">
            <a:hueOff val="4158159"/>
            <a:satOff val="-2675"/>
            <a:lumOff val="182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POWERBI DASHBOARD </a:t>
          </a:r>
          <a:endParaRPr lang="en-US" sz="1600" kern="1200" dirty="0"/>
        </a:p>
      </dsp:txBody>
      <dsp:txXfrm>
        <a:off x="137112" y="2564317"/>
        <a:ext cx="1543573" cy="926143"/>
      </dsp:txXfrm>
    </dsp:sp>
    <dsp:sp modelId="{6E014340-DC5C-4C0D-88C7-75E6A5CE56CB}">
      <dsp:nvSpPr>
        <dsp:cNvPr id="0" name=""/>
        <dsp:cNvSpPr/>
      </dsp:nvSpPr>
      <dsp:spPr>
        <a:xfrm>
          <a:off x="3577480" y="2981669"/>
          <a:ext cx="32442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4421" y="45720"/>
              </a:lnTo>
            </a:path>
          </a:pathLst>
        </a:custGeom>
        <a:noFill/>
        <a:ln w="9525" cap="rnd" cmpd="sng" algn="ctr">
          <a:solidFill>
            <a:schemeClr val="accent5">
              <a:hueOff val="5457583"/>
              <a:satOff val="-3511"/>
              <a:lumOff val="240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3730815" y="3025614"/>
        <a:ext cx="17751" cy="3550"/>
      </dsp:txXfrm>
    </dsp:sp>
    <dsp:sp modelId="{7B69730A-F332-47C4-BFEB-52F4298C6DF3}">
      <dsp:nvSpPr>
        <dsp:cNvPr id="0" name=""/>
        <dsp:cNvSpPr/>
      </dsp:nvSpPr>
      <dsp:spPr>
        <a:xfrm>
          <a:off x="2035706" y="2564317"/>
          <a:ext cx="1543573" cy="926143"/>
        </a:xfrm>
        <a:prstGeom prst="rect">
          <a:avLst/>
        </a:prstGeom>
        <a:solidFill>
          <a:schemeClr val="accent5">
            <a:hueOff val="4851185"/>
            <a:satOff val="-3121"/>
            <a:lumOff val="213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SQL SCRIPT </a:t>
          </a:r>
          <a:endParaRPr lang="en-US" sz="1600" kern="1200" dirty="0"/>
        </a:p>
      </dsp:txBody>
      <dsp:txXfrm>
        <a:off x="2035706" y="2564317"/>
        <a:ext cx="1543573" cy="926143"/>
      </dsp:txXfrm>
    </dsp:sp>
    <dsp:sp modelId="{437ECAD2-1D3C-40EF-A0A0-BC5F56274758}">
      <dsp:nvSpPr>
        <dsp:cNvPr id="0" name=""/>
        <dsp:cNvSpPr/>
      </dsp:nvSpPr>
      <dsp:spPr>
        <a:xfrm>
          <a:off x="908898" y="3488661"/>
          <a:ext cx="3797189" cy="324421"/>
        </a:xfrm>
        <a:custGeom>
          <a:avLst/>
          <a:gdLst/>
          <a:ahLst/>
          <a:cxnLst/>
          <a:rect l="0" t="0" r="0" b="0"/>
          <a:pathLst>
            <a:path>
              <a:moveTo>
                <a:pt x="3797189" y="0"/>
              </a:moveTo>
              <a:lnTo>
                <a:pt x="3797189" y="179310"/>
              </a:lnTo>
              <a:lnTo>
                <a:pt x="0" y="179310"/>
              </a:lnTo>
              <a:lnTo>
                <a:pt x="0" y="324421"/>
              </a:lnTo>
            </a:path>
          </a:pathLst>
        </a:custGeom>
        <a:noFill/>
        <a:ln w="9525" cap="rnd" cmpd="sng" algn="ctr">
          <a:solidFill>
            <a:schemeClr val="accent5">
              <a:hueOff val="6237238"/>
              <a:satOff val="-4013"/>
              <a:lumOff val="2744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 dirty="0"/>
        </a:p>
      </dsp:txBody>
      <dsp:txXfrm>
        <a:off x="2712149" y="3649097"/>
        <a:ext cx="190687" cy="3550"/>
      </dsp:txXfrm>
    </dsp:sp>
    <dsp:sp modelId="{46694708-2211-49D1-A32C-82D8D0DB7D39}">
      <dsp:nvSpPr>
        <dsp:cNvPr id="0" name=""/>
        <dsp:cNvSpPr/>
      </dsp:nvSpPr>
      <dsp:spPr>
        <a:xfrm>
          <a:off x="3934301" y="2564317"/>
          <a:ext cx="1543573" cy="926143"/>
        </a:xfrm>
        <a:prstGeom prst="rect">
          <a:avLst/>
        </a:prstGeom>
        <a:solidFill>
          <a:schemeClr val="accent5">
            <a:hueOff val="5544212"/>
            <a:satOff val="-3567"/>
            <a:lumOff val="243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SUGGESTIONS</a:t>
          </a:r>
          <a:endParaRPr lang="en-US" sz="1600" kern="1200" dirty="0"/>
        </a:p>
      </dsp:txBody>
      <dsp:txXfrm>
        <a:off x="3934301" y="2564317"/>
        <a:ext cx="1543573" cy="926143"/>
      </dsp:txXfrm>
    </dsp:sp>
    <dsp:sp modelId="{C1641039-2C03-4DBB-A323-291F5FDB0B21}">
      <dsp:nvSpPr>
        <dsp:cNvPr id="0" name=""/>
        <dsp:cNvSpPr/>
      </dsp:nvSpPr>
      <dsp:spPr>
        <a:xfrm>
          <a:off x="137112" y="3845483"/>
          <a:ext cx="1543573" cy="926143"/>
        </a:xfrm>
        <a:prstGeom prst="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5636" tIns="79394" rIns="75636" bIns="7939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KEY TAKE AWAYS</a:t>
          </a:r>
          <a:endParaRPr lang="en-US" sz="1600" kern="1200" dirty="0"/>
        </a:p>
      </dsp:txBody>
      <dsp:txXfrm>
        <a:off x="137112" y="3845483"/>
        <a:ext cx="1543573" cy="9261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1BA75A-2537-456E-A8D8-7E52FA2C9165}">
      <dsp:nvSpPr>
        <dsp:cNvPr id="0" name=""/>
        <dsp:cNvSpPr/>
      </dsp:nvSpPr>
      <dsp:spPr>
        <a:xfrm>
          <a:off x="0" y="76603"/>
          <a:ext cx="5614987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/>
            <a:t>Vegi Dana Sandeep Sivaram</a:t>
          </a:r>
          <a:r>
            <a:rPr lang="en-US" sz="2400" kern="1200" dirty="0"/>
            <a:t> </a:t>
          </a:r>
        </a:p>
      </dsp:txBody>
      <dsp:txXfrm>
        <a:off x="28100" y="104703"/>
        <a:ext cx="5558787" cy="519439"/>
      </dsp:txXfrm>
    </dsp:sp>
    <dsp:sp modelId="{E02DD899-AB9D-445B-A30B-550FEB8B6F7C}">
      <dsp:nvSpPr>
        <dsp:cNvPr id="0" name=""/>
        <dsp:cNvSpPr/>
      </dsp:nvSpPr>
      <dsp:spPr>
        <a:xfrm>
          <a:off x="0" y="721363"/>
          <a:ext cx="5614987" cy="575639"/>
        </a:xfrm>
        <a:prstGeom prst="roundRect">
          <a:avLst/>
        </a:prstGeom>
        <a:solidFill>
          <a:schemeClr val="accent5">
            <a:hueOff val="1039540"/>
            <a:satOff val="-669"/>
            <a:lumOff val="45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/>
            <a:t>P Ruthvik</a:t>
          </a:r>
          <a:r>
            <a:rPr lang="en-US" sz="2400" kern="1200" dirty="0"/>
            <a:t> </a:t>
          </a:r>
        </a:p>
      </dsp:txBody>
      <dsp:txXfrm>
        <a:off x="28100" y="749463"/>
        <a:ext cx="5558787" cy="519439"/>
      </dsp:txXfrm>
    </dsp:sp>
    <dsp:sp modelId="{A15501D5-CF59-4EDE-9A47-B0B605664CA2}">
      <dsp:nvSpPr>
        <dsp:cNvPr id="0" name=""/>
        <dsp:cNvSpPr/>
      </dsp:nvSpPr>
      <dsp:spPr>
        <a:xfrm>
          <a:off x="0" y="1366123"/>
          <a:ext cx="5614987" cy="575639"/>
        </a:xfrm>
        <a:prstGeom prst="roundRect">
          <a:avLst/>
        </a:prstGeom>
        <a:solidFill>
          <a:schemeClr val="accent5">
            <a:hueOff val="2079079"/>
            <a:satOff val="-1338"/>
            <a:lumOff val="915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/>
            <a:t>Suma Borannawar</a:t>
          </a:r>
          <a:r>
            <a:rPr lang="en-US" sz="2400" kern="1200" dirty="0"/>
            <a:t> </a:t>
          </a:r>
        </a:p>
      </dsp:txBody>
      <dsp:txXfrm>
        <a:off x="28100" y="1394223"/>
        <a:ext cx="5558787" cy="519439"/>
      </dsp:txXfrm>
    </dsp:sp>
    <dsp:sp modelId="{C6139CE9-A63A-4414-9718-685715ECD4A3}">
      <dsp:nvSpPr>
        <dsp:cNvPr id="0" name=""/>
        <dsp:cNvSpPr/>
      </dsp:nvSpPr>
      <dsp:spPr>
        <a:xfrm>
          <a:off x="0" y="2010883"/>
          <a:ext cx="5614987" cy="575639"/>
        </a:xfrm>
        <a:prstGeom prst="roundRect">
          <a:avLst/>
        </a:prstGeom>
        <a:solidFill>
          <a:schemeClr val="accent5">
            <a:hueOff val="3118619"/>
            <a:satOff val="-2006"/>
            <a:lumOff val="1372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/>
            <a:t>Sakshi Mangesh Sonawane</a:t>
          </a:r>
          <a:r>
            <a:rPr lang="en-US" sz="2400" kern="1200" dirty="0"/>
            <a:t> </a:t>
          </a:r>
        </a:p>
      </dsp:txBody>
      <dsp:txXfrm>
        <a:off x="28100" y="2038983"/>
        <a:ext cx="5558787" cy="519439"/>
      </dsp:txXfrm>
    </dsp:sp>
    <dsp:sp modelId="{5D72D4B8-01F1-4145-B4ED-B6D6BFC69EC5}">
      <dsp:nvSpPr>
        <dsp:cNvPr id="0" name=""/>
        <dsp:cNvSpPr/>
      </dsp:nvSpPr>
      <dsp:spPr>
        <a:xfrm>
          <a:off x="0" y="2658444"/>
          <a:ext cx="5614987" cy="575639"/>
        </a:xfrm>
        <a:prstGeom prst="roundRect">
          <a:avLst/>
        </a:prstGeom>
        <a:solidFill>
          <a:schemeClr val="accent5">
            <a:hueOff val="4158159"/>
            <a:satOff val="-2675"/>
            <a:lumOff val="1829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/>
            <a:t>Mamatha.M</a:t>
          </a:r>
          <a:r>
            <a:rPr lang="en-US" sz="2400" kern="1200" dirty="0"/>
            <a:t> </a:t>
          </a:r>
        </a:p>
      </dsp:txBody>
      <dsp:txXfrm>
        <a:off x="28100" y="2686544"/>
        <a:ext cx="5558787" cy="519439"/>
      </dsp:txXfrm>
    </dsp:sp>
    <dsp:sp modelId="{67F8A131-2E98-4CBA-BFD7-B362F6EA3BE5}">
      <dsp:nvSpPr>
        <dsp:cNvPr id="0" name=""/>
        <dsp:cNvSpPr/>
      </dsp:nvSpPr>
      <dsp:spPr>
        <a:xfrm>
          <a:off x="0" y="3300402"/>
          <a:ext cx="5614987" cy="575639"/>
        </a:xfrm>
        <a:prstGeom prst="roundRect">
          <a:avLst/>
        </a:prstGeom>
        <a:solidFill>
          <a:schemeClr val="accent5">
            <a:hueOff val="5197698"/>
            <a:satOff val="-3344"/>
            <a:lumOff val="2287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/>
            <a:t>Nikhil Talapaneni</a:t>
          </a:r>
          <a:r>
            <a:rPr lang="en-US" sz="2400" kern="1200" dirty="0"/>
            <a:t> </a:t>
          </a:r>
        </a:p>
      </dsp:txBody>
      <dsp:txXfrm>
        <a:off x="28100" y="3328502"/>
        <a:ext cx="5558787" cy="519439"/>
      </dsp:txXfrm>
    </dsp:sp>
    <dsp:sp modelId="{949519AD-D099-4C61-81E4-7A95D526487F}">
      <dsp:nvSpPr>
        <dsp:cNvPr id="0" name=""/>
        <dsp:cNvSpPr/>
      </dsp:nvSpPr>
      <dsp:spPr>
        <a:xfrm>
          <a:off x="0" y="3945162"/>
          <a:ext cx="5614987" cy="575639"/>
        </a:xfrm>
        <a:prstGeom prst="roundRect">
          <a:avLst/>
        </a:prstGeom>
        <a:solidFill>
          <a:schemeClr val="accent5">
            <a:hueOff val="6237238"/>
            <a:satOff val="-4013"/>
            <a:lumOff val="2744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u="none" kern="1200" dirty="0"/>
            <a:t>Praveen Kumar Korivada</a:t>
          </a:r>
          <a:r>
            <a:rPr lang="en-US" sz="2400" kern="1200" dirty="0"/>
            <a:t> </a:t>
          </a:r>
          <a:r>
            <a:rPr lang="en-US" sz="2400" b="1" kern="1200" dirty="0"/>
            <a:t> </a:t>
          </a:r>
          <a:endParaRPr lang="en-US" sz="2400" kern="1200" dirty="0"/>
        </a:p>
      </dsp:txBody>
      <dsp:txXfrm>
        <a:off x="28100" y="3973262"/>
        <a:ext cx="5558787" cy="5194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34215F-7194-4262-90B6-06128B5C6E26}" type="datetimeFigureOut">
              <a:rPr lang="en-US" smtClean="0"/>
              <a:t>4/11/2026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984159-B3D0-46B4-ABAD-1D30695B7F5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54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84159-B3D0-46B4-ABAD-1D30695B7F5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9702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84159-B3D0-46B4-ABAD-1D30695B7F5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3656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84159-B3D0-46B4-ABAD-1D30695B7F5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9191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84159-B3D0-46B4-ABAD-1D30695B7F5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1504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84159-B3D0-46B4-ABAD-1D30695B7F5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192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984159-B3D0-46B4-ABAD-1D30695B7F5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83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220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879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57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652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832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715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9608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418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180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37825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5748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24122897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9372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18941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82188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04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807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286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883" r:id="rId13"/>
    <p:sldLayoutId id="2147483884" r:id="rId14"/>
    <p:sldLayoutId id="2147483885" r:id="rId15"/>
    <p:sldLayoutId id="2147483886" r:id="rId16"/>
    <p:sldLayoutId id="214748388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290BEC-CC04-5AF4-72E6-F8994B9AECA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16512" r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09B7E7-DCEC-AD84-C3A8-3C2F2CDFA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5911" y="1521543"/>
            <a:ext cx="10913806" cy="13396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Axon Healthcare Project</a:t>
            </a:r>
          </a:p>
        </p:txBody>
      </p:sp>
    </p:spTree>
    <p:extLst>
      <p:ext uri="{BB962C8B-B14F-4D97-AF65-F5344CB8AC3E}">
        <p14:creationId xmlns:p14="http://schemas.microsoft.com/office/powerpoint/2010/main" val="203591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104F-6E92-CD70-5AF3-190E63355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49B54D-FA6A-84C4-43AF-4A7545A1F20B}"/>
              </a:ext>
            </a:extLst>
          </p:cNvPr>
          <p:cNvSpPr txBox="1">
            <a:spLocks/>
          </p:cNvSpPr>
          <p:nvPr/>
        </p:nvSpPr>
        <p:spPr>
          <a:xfrm>
            <a:off x="648929" y="1063417"/>
            <a:ext cx="3505495" cy="46753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defTabSz="457200">
              <a:spcAft>
                <a:spcPts val="600"/>
              </a:spcAft>
            </a:pPr>
            <a:r>
              <a:rPr lang="en-US" sz="4200" dirty="0">
                <a:solidFill>
                  <a:srgbClr val="F2F2F2"/>
                </a:solidFill>
              </a:rPr>
              <a:t> TODAY’S AGENDA</a:t>
            </a:r>
          </a:p>
        </p:txBody>
      </p:sp>
      <p:graphicFrame>
        <p:nvGraphicFramePr>
          <p:cNvPr id="104" name="Content Placeholder 2">
            <a:extLst>
              <a:ext uri="{FF2B5EF4-FFF2-40B4-BE49-F238E27FC236}">
                <a16:creationId xmlns:a16="http://schemas.microsoft.com/office/drawing/2014/main" id="{5DA3B4D6-6DC0-00AD-860F-78E2163B7C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0066114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5611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DA7E7-A7D4-ECEC-D4CB-2BB2AB72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2C04905-4235-6DE6-4601-DBCB513D8A52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634419" cy="68579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200">
              <a:spcAft>
                <a:spcPts val="600"/>
              </a:spcAft>
            </a:pPr>
            <a:r>
              <a:rPr lang="en-US" sz="4200" dirty="0">
                <a:solidFill>
                  <a:srgbClr val="F2F2F2"/>
                </a:solidFill>
              </a:rPr>
              <a:t>GROUP </a:t>
            </a:r>
          </a:p>
          <a:p>
            <a:pPr defTabSz="457200">
              <a:spcAft>
                <a:spcPts val="600"/>
              </a:spcAft>
            </a:pPr>
            <a:r>
              <a:rPr lang="en-US" sz="4200" dirty="0">
                <a:solidFill>
                  <a:srgbClr val="F2F2F2"/>
                </a:solidFill>
              </a:rPr>
              <a:t>      DETAILS - 1</a:t>
            </a:r>
          </a:p>
        </p:txBody>
      </p:sp>
      <p:graphicFrame>
        <p:nvGraphicFramePr>
          <p:cNvPr id="104" name="Content Placeholder 2">
            <a:extLst>
              <a:ext uri="{FF2B5EF4-FFF2-40B4-BE49-F238E27FC236}">
                <a16:creationId xmlns:a16="http://schemas.microsoft.com/office/drawing/2014/main" id="{23F5EF5B-5C83-5D6A-51BB-97276CBDA2C3}"/>
              </a:ext>
            </a:extLst>
          </p:cNvPr>
          <p:cNvGraphicFramePr/>
          <p:nvPr/>
        </p:nvGraphicFramePr>
        <p:xfrm>
          <a:off x="5608638" y="1141407"/>
          <a:ext cx="5614987" cy="45974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7134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6" name="Oval 45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4" name="Picture 3" descr="A close-up of a computer software">
            <a:extLst>
              <a:ext uri="{FF2B5EF4-FFF2-40B4-BE49-F238E27FC236}">
                <a16:creationId xmlns:a16="http://schemas.microsoft.com/office/drawing/2014/main" id="{6EC5ADDF-C4C8-4D56-83FF-FAE0F6D068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52B1435E-BAB8-43AB-AF6A-C15D437D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13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3631E8-A65D-2B87-7B48-3307F544C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3D67379D-DA8E-8FD3-8F60-01C83D99E522}"/>
              </a:ext>
            </a:extLst>
          </p:cNvPr>
          <p:cNvSpPr/>
          <p:nvPr/>
        </p:nvSpPr>
        <p:spPr>
          <a:xfrm>
            <a:off x="806195" y="804672"/>
            <a:ext cx="3521359" cy="5248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200" b="1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SUMMARY OF THE PROJECT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E5F700-8CE5-1E5D-44DC-E00C69C903D0}"/>
              </a:ext>
            </a:extLst>
          </p:cNvPr>
          <p:cNvSpPr txBox="1"/>
          <p:nvPr/>
        </p:nvSpPr>
        <p:spPr>
          <a:xfrm>
            <a:off x="4651247" y="559813"/>
            <a:ext cx="6852495" cy="5738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000" dirty="0"/>
              <a:t>The Axon Healthcare Analysis Dashboard consolidates patient demographics, hospital performance, treatment costs, diagnosis trends, and lab results into a single interactive platform. It provides a </a:t>
            </a:r>
            <a:r>
              <a:rPr lang="en-US" sz="2000" b="1" dirty="0"/>
              <a:t>holistic view of healthcare operations</a:t>
            </a:r>
            <a:endParaRPr lang="en-US" sz="2000" dirty="0">
              <a:effectLst/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effectLst/>
                <a:latin typeface="+mj-lt"/>
                <a:ea typeface="+mj-ea"/>
                <a:cs typeface="+mj-cs"/>
              </a:rPr>
              <a:t>To analyze diagnosis patterns, treatment cost distribution, and visit types.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effectLst/>
                <a:latin typeface="+mj-lt"/>
                <a:ea typeface="+mj-ea"/>
                <a:cs typeface="+mj-cs"/>
              </a:rPr>
              <a:t>To visualize patient demographics, including age, gender, and blood group distributions.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effectLst/>
                <a:latin typeface="+mj-lt"/>
                <a:ea typeface="+mj-ea"/>
                <a:cs typeface="+mj-cs"/>
              </a:rPr>
              <a:t>To track Hospital Name-wise and Year ,Quarter &amp; </a:t>
            </a:r>
            <a:r>
              <a:rPr lang="en-US" sz="2000" dirty="0">
                <a:latin typeface="+mj-lt"/>
                <a:ea typeface="+mj-ea"/>
                <a:cs typeface="+mj-cs"/>
              </a:rPr>
              <a:t>Month</a:t>
            </a:r>
            <a:r>
              <a:rPr lang="en-US" sz="2000" dirty="0">
                <a:effectLst/>
                <a:latin typeface="+mj-lt"/>
                <a:ea typeface="+mj-ea"/>
                <a:cs typeface="+mj-cs"/>
              </a:rPr>
              <a:t>-wise healthcare activity for performance evaluation.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r>
              <a:rPr lang="en-US" sz="2000" dirty="0">
                <a:effectLst/>
                <a:latin typeface="+mj-lt"/>
                <a:ea typeface="+mj-ea"/>
                <a:cs typeface="+mj-cs"/>
              </a:rPr>
              <a:t>To identify abnormal lab, result percentages for quality control and diagnostics optimization</a:t>
            </a: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</a:pPr>
            <a:endParaRPr lang="en-US" sz="17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sz="1700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A785D9A-5B75-AF68-9167-6D80670C5699}"/>
              </a:ext>
            </a:extLst>
          </p:cNvPr>
          <p:cNvSpPr txBox="1">
            <a:spLocks/>
          </p:cNvSpPr>
          <p:nvPr/>
        </p:nvSpPr>
        <p:spPr>
          <a:xfrm>
            <a:off x="838201" y="559813"/>
            <a:ext cx="4876800" cy="5577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728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38A8E3-9917-2D7C-C775-CAFB181A1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D67CA421-FA2B-47ED-A101-F8BBEBB29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FCE8279-E833-8E34-7B60-6B1D139061D5}"/>
              </a:ext>
            </a:extLst>
          </p:cNvPr>
          <p:cNvSpPr txBox="1"/>
          <p:nvPr/>
        </p:nvSpPr>
        <p:spPr>
          <a:xfrm>
            <a:off x="7743077" y="1325880"/>
            <a:ext cx="4262109" cy="15943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i="0" kern="1200" dirty="0">
                <a:latin typeface="+mj-lt"/>
                <a:ea typeface="+mj-ea"/>
                <a:cs typeface="+mj-cs"/>
              </a:rPr>
              <a:t>KEY PERFOR</a:t>
            </a:r>
            <a:r>
              <a:rPr lang="en-US" sz="3200" b="1" dirty="0">
                <a:latin typeface="+mj-lt"/>
                <a:ea typeface="+mj-ea"/>
                <a:cs typeface="+mj-cs"/>
              </a:rPr>
              <a:t>MA</a:t>
            </a:r>
            <a:r>
              <a:rPr lang="en-US" sz="3200" b="1" i="0" kern="1200" dirty="0">
                <a:latin typeface="+mj-lt"/>
                <a:ea typeface="+mj-ea"/>
                <a:cs typeface="+mj-cs"/>
              </a:rPr>
              <a:t>NCE INDICATORS LIST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D61EBB-C98A-D9A1-01DB-CB1F1A8344CC}"/>
              </a:ext>
            </a:extLst>
          </p:cNvPr>
          <p:cNvSpPr txBox="1"/>
          <p:nvPr/>
        </p:nvSpPr>
        <p:spPr>
          <a:xfrm>
            <a:off x="636913" y="80084"/>
            <a:ext cx="3344019" cy="55982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r>
              <a:rPr lang="en-US" sz="2800" b="1" cap="all" dirty="0">
                <a:latin typeface="+mj-lt"/>
                <a:ea typeface="+mj-ea"/>
                <a:cs typeface="+mj-cs"/>
              </a:rPr>
              <a:t>Top KPI List’s</a:t>
            </a: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12425D82-CD5E-45A4-9542-70951E59F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6914" y="639905"/>
            <a:ext cx="6915664" cy="557818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21DB897-A621-4D5F-AC81-91199AC437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216FEEA-955F-AF03-EE9E-80EB401B5D1A}"/>
              </a:ext>
            </a:extLst>
          </p:cNvPr>
          <p:cNvSpPr txBox="1">
            <a:spLocks/>
          </p:cNvSpPr>
          <p:nvPr/>
        </p:nvSpPr>
        <p:spPr>
          <a:xfrm>
            <a:off x="838201" y="559813"/>
            <a:ext cx="4876800" cy="5577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8CAD27-0A40-F086-0C57-A1FB0A4C44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9072163"/>
              </p:ext>
            </p:extLst>
          </p:nvPr>
        </p:nvGraphicFramePr>
        <p:xfrm>
          <a:off x="647700" y="639905"/>
          <a:ext cx="6904877" cy="5676717"/>
        </p:xfrm>
        <a:graphic>
          <a:graphicData uri="http://schemas.openxmlformats.org/drawingml/2006/table">
            <a:tbl>
              <a:tblPr firstRow="1" bandRow="1">
                <a:tableStyleId>{327F97BB-C833-4FB7-BDE5-3F7075034690}</a:tableStyleId>
              </a:tblPr>
              <a:tblGrid>
                <a:gridCol w="6904877">
                  <a:extLst>
                    <a:ext uri="{9D8B030D-6E8A-4147-A177-3AD203B41FA5}">
                      <a16:colId xmlns:a16="http://schemas.microsoft.com/office/drawing/2014/main" val="77758658"/>
                    </a:ext>
                  </a:extLst>
                </a:gridCol>
              </a:tblGrid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Total Patients: 10,000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256203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Total Doctors: 10,000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76512231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Total Visits: 1,000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3453289612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Average Age: 48.9 years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289555298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Follow-up Rate: 49.84%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3811431325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Average Treatment Cost: 0.525 K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714298594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>
                          <a:solidFill>
                            <a:schemeClr val="tx1"/>
                          </a:solidFill>
                          <a:effectLst/>
                        </a:rPr>
                        <a:t>Abnormal Lab Results: 33.54%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3899796016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Average Patients per Doctor: 10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3677475395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Top 5 Diagnosed Conditions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4007969476"/>
                  </a:ext>
                </a:extLst>
              </a:tr>
              <a:tr h="527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Asthma, Diabetes, Healthy, Hypertension, Migraine (Each category visualized by count and treatment cost)</a:t>
                      </a:r>
                      <a:endParaRPr 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2139093045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Visit Type Distribution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2979223043"/>
                  </a:ext>
                </a:extLst>
              </a:tr>
              <a:tr h="30620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Breakdown by Emergency, Routine Check-up, Specialist Consultation, and Follow-up visits.</a:t>
                      </a:r>
                      <a:endParaRPr 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961462444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Blood Type Distribution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2575114226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Count of patients by blood group (A+, A-, B+, etc.).</a:t>
                      </a:r>
                      <a:endParaRPr 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498620505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Doctor Performance View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055620631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Interactive filters allow tracking visits and treatments by doctor name.</a:t>
                      </a:r>
                      <a:endParaRPr 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201896527"/>
                  </a:ext>
                </a:extLst>
              </a:tr>
              <a:tr h="28776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Treatment &amp; Gender Filters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73510925"/>
                  </a:ext>
                </a:extLst>
              </a:tr>
              <a:tr h="5270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u="none" strike="noStrike" dirty="0">
                          <a:solidFill>
                            <a:srgbClr val="002060"/>
                          </a:solidFill>
                          <a:effectLst/>
                        </a:rPr>
                        <a:t>Ability to filter insights by treatment type (Medication, Surgery, Physical Therapy, etc.) and gender (Male, Female, Other).</a:t>
                      </a:r>
                      <a:endParaRPr lang="en-US" sz="1200" b="1" i="0" u="none" strike="noStrike" dirty="0">
                        <a:solidFill>
                          <a:srgbClr val="00206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5359" marR="5359" marT="5359" marB="0" anchor="ctr"/>
                </a:tc>
                <a:extLst>
                  <a:ext uri="{0D108BD9-81ED-4DB2-BD59-A6C34878D82A}">
                    <a16:rowId xmlns:a16="http://schemas.microsoft.com/office/drawing/2014/main" val="139694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65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1F9EA-3B8A-EBD0-921E-11BAB5FED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ABADF1EF-0EB2-D38D-7CF9-7CE7252A3B54}"/>
              </a:ext>
            </a:extLst>
          </p:cNvPr>
          <p:cNvSpPr txBox="1"/>
          <p:nvPr/>
        </p:nvSpPr>
        <p:spPr>
          <a:xfrm>
            <a:off x="2729165" y="115070"/>
            <a:ext cx="5996619" cy="7130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   </a:t>
            </a:r>
            <a:r>
              <a:rPr lang="en-US" sz="4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EXCEL DASHBOARD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988317D-FB48-2897-4DF9-EF4C2DB27252}"/>
              </a:ext>
            </a:extLst>
          </p:cNvPr>
          <p:cNvSpPr txBox="1">
            <a:spLocks/>
          </p:cNvSpPr>
          <p:nvPr/>
        </p:nvSpPr>
        <p:spPr>
          <a:xfrm>
            <a:off x="838201" y="559813"/>
            <a:ext cx="4876800" cy="5577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E3E0CF-6EFE-B8CB-FC4E-DEA15A3A6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49" y="720253"/>
            <a:ext cx="12206450" cy="613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54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39B42-CBAC-0232-BD02-733B58D6A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19EFF066-948D-47DE-0035-4CCEFDEAD6C2}"/>
              </a:ext>
            </a:extLst>
          </p:cNvPr>
          <p:cNvSpPr txBox="1"/>
          <p:nvPr/>
        </p:nvSpPr>
        <p:spPr>
          <a:xfrm>
            <a:off x="2729165" y="115070"/>
            <a:ext cx="5996619" cy="7130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   </a:t>
            </a:r>
            <a:r>
              <a:rPr lang="en-US" sz="4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TABLEAU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7D05D0-2B76-30CD-B9AE-AF5211C89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6280"/>
            <a:ext cx="12191999" cy="614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906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66638-95A6-1304-090C-6EA95BFAC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4AB7EF31-EEF8-DE2A-82AD-7E6E45A8E792}"/>
              </a:ext>
            </a:extLst>
          </p:cNvPr>
          <p:cNvSpPr txBox="1"/>
          <p:nvPr/>
        </p:nvSpPr>
        <p:spPr>
          <a:xfrm>
            <a:off x="2729165" y="115070"/>
            <a:ext cx="5996619" cy="7130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   </a:t>
            </a:r>
            <a:r>
              <a:rPr lang="en-US" sz="4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POWER BI DASHBOARD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29A19F-E2F8-7F46-1083-B6BF4D632251}"/>
              </a:ext>
            </a:extLst>
          </p:cNvPr>
          <p:cNvSpPr txBox="1">
            <a:spLocks/>
          </p:cNvSpPr>
          <p:nvPr/>
        </p:nvSpPr>
        <p:spPr>
          <a:xfrm>
            <a:off x="838201" y="559813"/>
            <a:ext cx="4876800" cy="5577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8F6D0F-9668-3379-F733-623EBC375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0253"/>
            <a:ext cx="12192000" cy="613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736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B83F5-DF34-F94D-6385-66A22C1E7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DE3D8361-2CEA-2259-4A89-C7D396AE3252}"/>
              </a:ext>
            </a:extLst>
          </p:cNvPr>
          <p:cNvSpPr txBox="1"/>
          <p:nvPr/>
        </p:nvSpPr>
        <p:spPr>
          <a:xfrm>
            <a:off x="2729165" y="115070"/>
            <a:ext cx="5996619" cy="7130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   </a:t>
            </a:r>
            <a:r>
              <a:rPr lang="en-US" sz="4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SQL SCRIPT FILE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4556B4-CA7F-5424-F4C4-9BEB4222AE07}"/>
              </a:ext>
            </a:extLst>
          </p:cNvPr>
          <p:cNvSpPr txBox="1">
            <a:spLocks/>
          </p:cNvSpPr>
          <p:nvPr/>
        </p:nvSpPr>
        <p:spPr>
          <a:xfrm>
            <a:off x="838201" y="559813"/>
            <a:ext cx="4876800" cy="5577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AE4645-FF41-0F83-FA1D-3E19226EE3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28100"/>
            <a:ext cx="12192000" cy="602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80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F7E05-7541-033D-8CDE-A547AC24A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5082387D-11F8-0E54-6C3E-C65C8A12C8CE}"/>
              </a:ext>
            </a:extLst>
          </p:cNvPr>
          <p:cNvSpPr txBox="1"/>
          <p:nvPr/>
        </p:nvSpPr>
        <p:spPr>
          <a:xfrm>
            <a:off x="35889" y="1"/>
            <a:ext cx="12156111" cy="77417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   </a:t>
            </a:r>
            <a:r>
              <a:rPr lang="en-US" sz="44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SUGGESTIONS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722AE2-EF13-2244-B298-28B8B98A4771}"/>
              </a:ext>
            </a:extLst>
          </p:cNvPr>
          <p:cNvSpPr txBox="1">
            <a:spLocks/>
          </p:cNvSpPr>
          <p:nvPr/>
        </p:nvSpPr>
        <p:spPr>
          <a:xfrm>
            <a:off x="838201" y="559813"/>
            <a:ext cx="4876800" cy="5577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B96B3-8802-24FE-5914-CCEBBEF9EE38}"/>
              </a:ext>
            </a:extLst>
          </p:cNvPr>
          <p:cNvSpPr txBox="1"/>
          <p:nvPr/>
        </p:nvSpPr>
        <p:spPr>
          <a:xfrm>
            <a:off x="91092" y="828100"/>
            <a:ext cx="12065017" cy="1239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sz="1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en-US" sz="12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628650" marR="0" lvl="1" indent="-1714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D71EA2-14D1-D6A3-C0D7-81E1AD956965}"/>
              </a:ext>
            </a:extLst>
          </p:cNvPr>
          <p:cNvSpPr txBox="1"/>
          <p:nvPr/>
        </p:nvSpPr>
        <p:spPr>
          <a:xfrm>
            <a:off x="0" y="720253"/>
            <a:ext cx="12156110" cy="6609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Address 2025 Decline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Investigate causes of patient drop (competition, policy, service gaps).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Launch outreach campaigns or expand service offerings.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Enhance Preventive Care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With 33% abnormal lab results and chronic conditions dominating, preventive programs (screenings, lifestyle coaching) can reduce long-term costs.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Refine Doctor Feedback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Introduce detailed rating categories (communication, wait times, treatment effectiveness) to replace overly perfect scores.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Hospital Benchmarking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Study operational practices of Wilcox LLC and Williams Ltd to replicate success across other hospitals.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Revenue Optimization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Bundle chronic care services (e.g., diabetes + hypertension management packages).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Expand vaccination programs to increase preventive revenue streams.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Blood Bank Strategy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balanced blood type distribution for predictive inventory planning.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Implement AI-driven forecasting for emergencies.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4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595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FF5A0-7BB5-5708-4B41-95AF9F80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F8AFC857-1ADE-0E14-DAC6-3C1926072CD2}"/>
              </a:ext>
            </a:extLst>
          </p:cNvPr>
          <p:cNvSpPr txBox="1"/>
          <p:nvPr/>
        </p:nvSpPr>
        <p:spPr>
          <a:xfrm>
            <a:off x="2729165" y="115070"/>
            <a:ext cx="5996619" cy="71303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 </a:t>
            </a:r>
            <a:r>
              <a:rPr lang="en-US" sz="4400" b="1" dirty="0">
                <a:solidFill>
                  <a:schemeClr val="bg1"/>
                </a:solidFill>
              </a:rPr>
              <a:t>KEY TAKEAWAYS</a:t>
            </a:r>
            <a:endParaRPr lang="en-US" sz="4400" b="1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CEFA8F8-4510-934A-E124-CB7B15B0AB7E}"/>
              </a:ext>
            </a:extLst>
          </p:cNvPr>
          <p:cNvSpPr txBox="1">
            <a:spLocks/>
          </p:cNvSpPr>
          <p:nvPr/>
        </p:nvSpPr>
        <p:spPr>
          <a:xfrm>
            <a:off x="1" y="828099"/>
            <a:ext cx="12156108" cy="5914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5BDF3E-D3AC-7F10-04AC-1E9589445F6E}"/>
              </a:ext>
            </a:extLst>
          </p:cNvPr>
          <p:cNvSpPr txBox="1"/>
          <p:nvPr/>
        </p:nvSpPr>
        <p:spPr>
          <a:xfrm>
            <a:off x="63491" y="828098"/>
            <a:ext cx="12065017" cy="608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endParaRPr lang="en-US" b="1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Patient &amp; Visit Volume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10K patients and visits overall.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Strong growth in 2023 (3,966) and 2024 (4,927), but </a:t>
            </a:r>
            <a:r>
              <a:rPr lang="en-US" sz="1600" b="1" dirty="0"/>
              <a:t>sharp decline in 2025 (1,107)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Impact:</a:t>
            </a:r>
            <a:r>
              <a:rPr lang="en-US" sz="1600" dirty="0"/>
              <a:t> Indicates possible operational issues, reduced patient inflow, or external factors affecting demand.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Doctor &amp; Patient Metrics</a:t>
            </a:r>
          </a:p>
          <a:p>
            <a:pPr lvl="0"/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Average patient age: </a:t>
            </a:r>
            <a:r>
              <a:rPr lang="en-US" sz="1600" b="1" dirty="0"/>
              <a:t>48.9 years</a:t>
            </a:r>
            <a:r>
              <a:rPr lang="en-US" sz="16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Avg. patients per doctor: </a:t>
            </a:r>
            <a:r>
              <a:rPr lang="en-US" sz="1600" b="1" dirty="0"/>
              <a:t>10</a:t>
            </a:r>
            <a:r>
              <a:rPr lang="en-US" sz="1600" dirty="0"/>
              <a:t> → manageable workload.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Follow-up rate: </a:t>
            </a:r>
            <a:r>
              <a:rPr lang="en-US" sz="1600" b="1" dirty="0"/>
              <a:t>49.84%</a:t>
            </a:r>
            <a:r>
              <a:rPr lang="en-US" sz="1600" dirty="0"/>
              <a:t> → nearly half of patients return, showing good continuity of care.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Abnormal lab results: </a:t>
            </a:r>
            <a:r>
              <a:rPr lang="en-US" sz="1600" b="1" dirty="0"/>
              <a:t>33.54%</a:t>
            </a:r>
            <a:r>
              <a:rPr lang="en-US" sz="1600" dirty="0"/>
              <a:t> → significant proportion requiring closer monitoring.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Hospital Performance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Top hospitals: Wilcox LLC &amp; Williams Ltd (31 patients each), Garcia Group (30), Morris Ltd (29), Smith PLC (28).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Impact:</a:t>
            </a:r>
            <a:r>
              <a:rPr lang="en-US" sz="1600" dirty="0"/>
              <a:t> Competitive distribution, no single hospital dominates. Benchmarking top performers could uplift others.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endParaRPr lang="en-US" sz="1600" dirty="0"/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dirty="0">
                <a:solidFill>
                  <a:schemeClr val="bg1"/>
                </a:solidFill>
              </a:rPr>
              <a:t>Visit Types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b="1" dirty="0"/>
              <a:t>Even distribution: Specialist Consultation (26%), Routine Checkup (25%), Follow-up (25%), Emergency (24%).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b="1" dirty="0"/>
              <a:t>Impact: Balanced service portfolio, but opportunity to strengthen chronic care follow-ups</a:t>
            </a:r>
          </a:p>
        </p:txBody>
      </p:sp>
    </p:spTree>
    <p:extLst>
      <p:ext uri="{BB962C8B-B14F-4D97-AF65-F5344CB8AC3E}">
        <p14:creationId xmlns:p14="http://schemas.microsoft.com/office/powerpoint/2010/main" val="1808884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54A17-F7CB-BF38-7B09-2592152AF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5270858-FBFD-4BD4-9D4C-121FCE47160F}"/>
              </a:ext>
            </a:extLst>
          </p:cNvPr>
          <p:cNvSpPr txBox="1">
            <a:spLocks/>
          </p:cNvSpPr>
          <p:nvPr/>
        </p:nvSpPr>
        <p:spPr>
          <a:xfrm>
            <a:off x="838201" y="559813"/>
            <a:ext cx="4876800" cy="55779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957DF6-6D1C-A263-2190-42BD44001CE3}"/>
              </a:ext>
            </a:extLst>
          </p:cNvPr>
          <p:cNvSpPr txBox="1"/>
          <p:nvPr/>
        </p:nvSpPr>
        <p:spPr>
          <a:xfrm>
            <a:off x="0" y="103239"/>
            <a:ext cx="12192000" cy="6922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Diagnosis Trends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Top conditions: Asthma (2009), Diabetes (1960), Hypertension (1911), Migraine (1900).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“Healthy” category (1981) suggests preventive visits are common.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Chronic conditions dominate → need for preventive and long-term management programs.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Treatment Costs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Surgery: </a:t>
            </a: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1,324.2K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(highest).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Medication: </a:t>
            </a: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1,306.5K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Physical Therapy: </a:t>
            </a: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1,284.4K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Vaccination: </a:t>
            </a: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331.9K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High-cost treatments (surgery, medication) drive expenditure. Preventive care could reduce reliance on costly interventions.</a:t>
            </a:r>
          </a:p>
          <a:p>
            <a:pPr marL="285750" marR="0" lvl="0" indent="-28575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b="1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Blood Type Distribution</a:t>
            </a:r>
            <a:endParaRPr lang="en-US" kern="100" dirty="0">
              <a:solidFill>
                <a:schemeClr val="bg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Fairly balanced across O+, B-, A+, AB-, A-, B+, AB+.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16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Impact:</a:t>
            </a:r>
            <a:r>
              <a:rPr lang="en-US" sz="16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Enables predictive blood bank planning and inventory optimization.</a:t>
            </a: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60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1">
              <a:lnSpc>
                <a:spcPct val="115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15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endParaRPr lang="en-US" sz="16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5177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AC731-F89B-C530-4395-10358ABCE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E4EFA4-922F-1E1D-B42B-042F06D7C5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58" y="640082"/>
            <a:ext cx="8401956" cy="2373552"/>
          </a:xfrm>
          <a:prstGeom prst="rect">
            <a:avLst/>
          </a:prstGeom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5AB575-A4B7-AD45-926D-7E695CBA3CA5}"/>
              </a:ext>
            </a:extLst>
          </p:cNvPr>
          <p:cNvSpPr txBox="1"/>
          <p:nvPr/>
        </p:nvSpPr>
        <p:spPr>
          <a:xfrm>
            <a:off x="636915" y="3928982"/>
            <a:ext cx="10557111" cy="26193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600" i="0" kern="1200" dirty="0">
                <a:solidFill>
                  <a:schemeClr val="bg1"/>
                </a:solidFill>
                <a:effectLst/>
                <a:latin typeface="+mj-lt"/>
                <a:ea typeface="+mj-ea"/>
                <a:cs typeface="+mj-cs"/>
              </a:rPr>
              <a:t>Tha</a:t>
            </a:r>
            <a:r>
              <a:rPr lang="en-US" sz="6600" i="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nk you</a:t>
            </a:r>
            <a:endParaRPr lang="en-US" sz="6600" i="0" kern="1200" dirty="0">
              <a:solidFill>
                <a:schemeClr val="bg1"/>
              </a:solidFill>
              <a:effectLst/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485044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1778</TotalTime>
  <Words>765</Words>
  <Application>Microsoft Office PowerPoint</Application>
  <PresentationFormat>Widescreen</PresentationFormat>
  <Paragraphs>115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Century Gothic</vt:lpstr>
      <vt:lpstr>Courier New</vt:lpstr>
      <vt:lpstr>Segoe UI</vt:lpstr>
      <vt:lpstr>Wingdings</vt:lpstr>
      <vt:lpstr>Wingdings 3</vt:lpstr>
      <vt:lpstr>Ion</vt:lpstr>
      <vt:lpstr>Axon Healthcare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PRAVEEEN KORIVADA</dc:creator>
  <cp:lastModifiedBy>PRAVEEEN KORIVADA</cp:lastModifiedBy>
  <cp:revision>12</cp:revision>
  <dcterms:created xsi:type="dcterms:W3CDTF">2026-03-21T19:16:50Z</dcterms:created>
  <dcterms:modified xsi:type="dcterms:W3CDTF">2026-04-12T05:00:45Z</dcterms:modified>
</cp:coreProperties>
</file>